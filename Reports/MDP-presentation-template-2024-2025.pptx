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759" r:id="rId2"/>
    <p:sldMasterId id="2147483888" r:id="rId3"/>
  </p:sldMasterIdLst>
  <p:notesMasterIdLst>
    <p:notesMasterId r:id="rId26"/>
  </p:notesMasterIdLst>
  <p:handoutMasterIdLst>
    <p:handoutMasterId r:id="rId27"/>
  </p:handoutMasterIdLst>
  <p:sldIdLst>
    <p:sldId id="276" r:id="rId4"/>
    <p:sldId id="259" r:id="rId5"/>
    <p:sldId id="260" r:id="rId6"/>
    <p:sldId id="263" r:id="rId7"/>
    <p:sldId id="268" r:id="rId8"/>
    <p:sldId id="270" r:id="rId9"/>
    <p:sldId id="272" r:id="rId10"/>
    <p:sldId id="278" r:id="rId11"/>
    <p:sldId id="269" r:id="rId12"/>
    <p:sldId id="264" r:id="rId13"/>
    <p:sldId id="279" r:id="rId14"/>
    <p:sldId id="286" r:id="rId15"/>
    <p:sldId id="283" r:id="rId16"/>
    <p:sldId id="285" r:id="rId17"/>
    <p:sldId id="282" r:id="rId18"/>
    <p:sldId id="271" r:id="rId19"/>
    <p:sldId id="280" r:id="rId20"/>
    <p:sldId id="287" r:id="rId21"/>
    <p:sldId id="281" r:id="rId22"/>
    <p:sldId id="277" r:id="rId23"/>
    <p:sldId id="265" r:id="rId24"/>
    <p:sldId id="261" r:id="rId25"/>
  </p:sldIdLst>
  <p:sldSz cx="9144000" cy="6858000" type="screen4x3"/>
  <p:notesSz cx="6858000" cy="9144000"/>
  <p:defaultTex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1C72"/>
    <a:srgbClr val="336699"/>
    <a:srgbClr val="000099"/>
    <a:srgbClr val="AF191D"/>
    <a:srgbClr val="CD28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854" autoAdjust="0"/>
    <p:restoredTop sz="83957"/>
  </p:normalViewPr>
  <p:slideViewPr>
    <p:cSldViewPr snapToGrid="0" snapToObjects="1">
      <p:cViewPr>
        <p:scale>
          <a:sx n="111" d="100"/>
          <a:sy n="111" d="100"/>
        </p:scale>
        <p:origin x="1184" y="136"/>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86" d="100"/>
          <a:sy n="86" d="100"/>
        </p:scale>
        <p:origin x="3000" y="21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microsoft.com/office/2016/11/relationships/changesInfo" Target="changesInfos/changesInfo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riel Khoury" userId="103f53ed-b464-4c75-950f-38a9edd4160d" providerId="ADAL" clId="{DF35FE43-2A28-4ABA-B3C1-A2109FA86BAA}"/>
    <pc:docChg chg="undo redo custSel addSld delSld modSld sldOrd modMainMaster">
      <pc:chgData name="Gabriel Khoury" userId="103f53ed-b464-4c75-950f-38a9edd4160d" providerId="ADAL" clId="{DF35FE43-2A28-4ABA-B3C1-A2109FA86BAA}" dt="2023-04-13T14:25:05.901" v="906" actId="6549"/>
      <pc:docMkLst>
        <pc:docMk/>
      </pc:docMkLst>
      <pc:sldChg chg="addSp delSp modSp mod modClrScheme chgLayout">
        <pc:chgData name="Gabriel Khoury" userId="103f53ed-b464-4c75-950f-38a9edd4160d" providerId="ADAL" clId="{DF35FE43-2A28-4ABA-B3C1-A2109FA86BAA}" dt="2023-04-13T14:25:05.901" v="906" actId="6549"/>
        <pc:sldMkLst>
          <pc:docMk/>
          <pc:sldMk cId="2685096699" sldId="259"/>
        </pc:sldMkLst>
        <pc:spChg chg="add mod">
          <ac:chgData name="Gabriel Khoury" userId="103f53ed-b464-4c75-950f-38a9edd4160d" providerId="ADAL" clId="{DF35FE43-2A28-4ABA-B3C1-A2109FA86BAA}" dt="2023-04-13T13:45:05.003" v="207"/>
          <ac:spMkLst>
            <pc:docMk/>
            <pc:sldMk cId="2685096699" sldId="259"/>
            <ac:spMk id="2" creationId="{A82E7680-74CB-508E-5EB0-0640F97A01CD}"/>
          </ac:spMkLst>
        </pc:spChg>
        <pc:spChg chg="mod ord">
          <ac:chgData name="Gabriel Khoury" userId="103f53ed-b464-4c75-950f-38a9edd4160d" providerId="ADAL" clId="{DF35FE43-2A28-4ABA-B3C1-A2109FA86BAA}" dt="2023-04-13T13:44:29.069" v="201" actId="700"/>
          <ac:spMkLst>
            <pc:docMk/>
            <pc:sldMk cId="2685096699" sldId="259"/>
            <ac:spMk id="6" creationId="{00000000-0000-0000-0000-000000000000}"/>
          </ac:spMkLst>
        </pc:spChg>
        <pc:spChg chg="mod ord">
          <ac:chgData name="Gabriel Khoury" userId="103f53ed-b464-4c75-950f-38a9edd4160d" providerId="ADAL" clId="{DF35FE43-2A28-4ABA-B3C1-A2109FA86BAA}" dt="2023-04-13T14:25:05.901" v="906" actId="6549"/>
          <ac:spMkLst>
            <pc:docMk/>
            <pc:sldMk cId="2685096699" sldId="259"/>
            <ac:spMk id="7" creationId="{00000000-0000-0000-0000-000000000000}"/>
          </ac:spMkLst>
        </pc:spChg>
        <pc:spChg chg="add del mod ord">
          <ac:chgData name="Gabriel Khoury" userId="103f53ed-b464-4c75-950f-38a9edd4160d" providerId="ADAL" clId="{DF35FE43-2A28-4ABA-B3C1-A2109FA86BAA}" dt="2023-04-13T13:45:04.643" v="206" actId="478"/>
          <ac:spMkLst>
            <pc:docMk/>
            <pc:sldMk cId="2685096699" sldId="259"/>
            <ac:spMk id="8" creationId="{00000000-0000-0000-0000-000000000000}"/>
          </ac:spMkLst>
        </pc:spChg>
        <pc:spChg chg="add del mod ord">
          <ac:chgData name="Gabriel Khoury" userId="103f53ed-b464-4c75-950f-38a9edd4160d" providerId="ADAL" clId="{DF35FE43-2A28-4ABA-B3C1-A2109FA86BAA}" dt="2023-04-13T13:44:30.366" v="202" actId="478"/>
          <ac:spMkLst>
            <pc:docMk/>
            <pc:sldMk cId="2685096699" sldId="259"/>
            <ac:spMk id="9" creationId="{00000000-0000-0000-0000-000000000000}"/>
          </ac:spMkLst>
        </pc:spChg>
        <pc:spChg chg="mod ord">
          <ac:chgData name="Gabriel Khoury" userId="103f53ed-b464-4c75-950f-38a9edd4160d" providerId="ADAL" clId="{DF35FE43-2A28-4ABA-B3C1-A2109FA86BAA}" dt="2023-04-13T13:44:29.069" v="201" actId="700"/>
          <ac:spMkLst>
            <pc:docMk/>
            <pc:sldMk cId="2685096699" sldId="259"/>
            <ac:spMk id="10" creationId="{00000000-0000-0000-0000-000000000000}"/>
          </ac:spMkLst>
        </pc:spChg>
      </pc:sldChg>
      <pc:sldChg chg="addSp delSp modSp mod">
        <pc:chgData name="Gabriel Khoury" userId="103f53ed-b464-4c75-950f-38a9edd4160d" providerId="ADAL" clId="{DF35FE43-2A28-4ABA-B3C1-A2109FA86BAA}" dt="2023-04-13T13:47:24.937" v="239" actId="13900"/>
        <pc:sldMkLst>
          <pc:docMk/>
          <pc:sldMk cId="2991705951" sldId="260"/>
        </pc:sldMkLst>
        <pc:spChg chg="mod">
          <ac:chgData name="Gabriel Khoury" userId="103f53ed-b464-4c75-950f-38a9edd4160d" providerId="ADAL" clId="{DF35FE43-2A28-4ABA-B3C1-A2109FA86BAA}" dt="2023-04-13T13:47:24.937" v="239" actId="13900"/>
          <ac:spMkLst>
            <pc:docMk/>
            <pc:sldMk cId="2991705951" sldId="260"/>
            <ac:spMk id="3" creationId="{00000000-0000-0000-0000-000000000000}"/>
          </ac:spMkLst>
        </pc:spChg>
        <pc:spChg chg="del">
          <ac:chgData name="Gabriel Khoury" userId="103f53ed-b464-4c75-950f-38a9edd4160d" providerId="ADAL" clId="{DF35FE43-2A28-4ABA-B3C1-A2109FA86BAA}" dt="2023-04-13T13:45:10.647" v="208" actId="478"/>
          <ac:spMkLst>
            <pc:docMk/>
            <pc:sldMk cId="2991705951" sldId="260"/>
            <ac:spMk id="4" creationId="{00000000-0000-0000-0000-000000000000}"/>
          </ac:spMkLst>
        </pc:spChg>
        <pc:spChg chg="add mod">
          <ac:chgData name="Gabriel Khoury" userId="103f53ed-b464-4c75-950f-38a9edd4160d" providerId="ADAL" clId="{DF35FE43-2A28-4ABA-B3C1-A2109FA86BAA}" dt="2023-04-13T13:45:10.875" v="209"/>
          <ac:spMkLst>
            <pc:docMk/>
            <pc:sldMk cId="2991705951" sldId="260"/>
            <ac:spMk id="7" creationId="{EA7154D2-C539-F861-38B8-5F9D8C1A4630}"/>
          </ac:spMkLst>
        </pc:spChg>
      </pc:sldChg>
      <pc:sldChg chg="addSp delSp modSp mod">
        <pc:chgData name="Gabriel Khoury" userId="103f53ed-b464-4c75-950f-38a9edd4160d" providerId="ADAL" clId="{DF35FE43-2A28-4ABA-B3C1-A2109FA86BAA}" dt="2023-04-13T14:06:10.266" v="521" actId="20577"/>
        <pc:sldMkLst>
          <pc:docMk/>
          <pc:sldMk cId="1979305893" sldId="261"/>
        </pc:sldMkLst>
        <pc:spChg chg="mod">
          <ac:chgData name="Gabriel Khoury" userId="103f53ed-b464-4c75-950f-38a9edd4160d" providerId="ADAL" clId="{DF35FE43-2A28-4ABA-B3C1-A2109FA86BAA}" dt="2023-04-13T14:06:03.274" v="519" actId="6549"/>
          <ac:spMkLst>
            <pc:docMk/>
            <pc:sldMk cId="1979305893" sldId="261"/>
            <ac:spMk id="2" creationId="{00000000-0000-0000-0000-000000000000}"/>
          </ac:spMkLst>
        </pc:spChg>
        <pc:spChg chg="mod">
          <ac:chgData name="Gabriel Khoury" userId="103f53ed-b464-4c75-950f-38a9edd4160d" providerId="ADAL" clId="{DF35FE43-2A28-4ABA-B3C1-A2109FA86BAA}" dt="2023-04-13T14:06:10.266" v="521" actId="20577"/>
          <ac:spMkLst>
            <pc:docMk/>
            <pc:sldMk cId="1979305893" sldId="261"/>
            <ac:spMk id="3" creationId="{00000000-0000-0000-0000-000000000000}"/>
          </ac:spMkLst>
        </pc:spChg>
        <pc:spChg chg="del">
          <ac:chgData name="Gabriel Khoury" userId="103f53ed-b464-4c75-950f-38a9edd4160d" providerId="ADAL" clId="{DF35FE43-2A28-4ABA-B3C1-A2109FA86BAA}" dt="2023-04-13T13:45:51.052" v="230" actId="478"/>
          <ac:spMkLst>
            <pc:docMk/>
            <pc:sldMk cId="1979305893" sldId="261"/>
            <ac:spMk id="4" creationId="{00000000-0000-0000-0000-000000000000}"/>
          </ac:spMkLst>
        </pc:spChg>
        <pc:spChg chg="add mod">
          <ac:chgData name="Gabriel Khoury" userId="103f53ed-b464-4c75-950f-38a9edd4160d" providerId="ADAL" clId="{DF35FE43-2A28-4ABA-B3C1-A2109FA86BAA}" dt="2023-04-13T13:45:51.365" v="231"/>
          <ac:spMkLst>
            <pc:docMk/>
            <pc:sldMk cId="1979305893" sldId="261"/>
            <ac:spMk id="7" creationId="{C7F74A76-F125-ECE6-2467-A131CA467ABA}"/>
          </ac:spMkLst>
        </pc:spChg>
      </pc:sldChg>
      <pc:sldChg chg="addSp delSp modSp del mod">
        <pc:chgData name="Gabriel Khoury" userId="103f53ed-b464-4c75-950f-38a9edd4160d" providerId="ADAL" clId="{DF35FE43-2A28-4ABA-B3C1-A2109FA86BAA}" dt="2023-04-13T14:05:58.938" v="518" actId="47"/>
        <pc:sldMkLst>
          <pc:docMk/>
          <pc:sldMk cId="1421489629" sldId="262"/>
        </pc:sldMkLst>
        <pc:spChg chg="del">
          <ac:chgData name="Gabriel Khoury" userId="103f53ed-b464-4c75-950f-38a9edd4160d" providerId="ADAL" clId="{DF35FE43-2A28-4ABA-B3C1-A2109FA86BAA}" dt="2023-04-13T13:45:53.601" v="232" actId="478"/>
          <ac:spMkLst>
            <pc:docMk/>
            <pc:sldMk cId="1421489629" sldId="262"/>
            <ac:spMk id="4" creationId="{00000000-0000-0000-0000-000000000000}"/>
          </ac:spMkLst>
        </pc:spChg>
        <pc:spChg chg="add mod">
          <ac:chgData name="Gabriel Khoury" userId="103f53ed-b464-4c75-950f-38a9edd4160d" providerId="ADAL" clId="{DF35FE43-2A28-4ABA-B3C1-A2109FA86BAA}" dt="2023-04-13T13:45:53.901" v="233"/>
          <ac:spMkLst>
            <pc:docMk/>
            <pc:sldMk cId="1421489629" sldId="262"/>
            <ac:spMk id="7" creationId="{DBA93D2A-B8B0-D5D7-F2B2-DA85C7F9623B}"/>
          </ac:spMkLst>
        </pc:spChg>
      </pc:sldChg>
      <pc:sldChg chg="addSp delSp modSp mod">
        <pc:chgData name="Gabriel Khoury" userId="103f53ed-b464-4c75-950f-38a9edd4160d" providerId="ADAL" clId="{DF35FE43-2A28-4ABA-B3C1-A2109FA86BAA}" dt="2023-04-13T13:47:19.990" v="238" actId="13900"/>
        <pc:sldMkLst>
          <pc:docMk/>
          <pc:sldMk cId="3136382324" sldId="263"/>
        </pc:sldMkLst>
        <pc:spChg chg="mod">
          <ac:chgData name="Gabriel Khoury" userId="103f53ed-b464-4c75-950f-38a9edd4160d" providerId="ADAL" clId="{DF35FE43-2A28-4ABA-B3C1-A2109FA86BAA}" dt="2023-04-13T13:47:19.990" v="238" actId="13900"/>
          <ac:spMkLst>
            <pc:docMk/>
            <pc:sldMk cId="3136382324" sldId="263"/>
            <ac:spMk id="3" creationId="{00000000-0000-0000-0000-000000000000}"/>
          </ac:spMkLst>
        </pc:spChg>
        <pc:spChg chg="del">
          <ac:chgData name="Gabriel Khoury" userId="103f53ed-b464-4c75-950f-38a9edd4160d" providerId="ADAL" clId="{DF35FE43-2A28-4ABA-B3C1-A2109FA86BAA}" dt="2023-04-13T13:45:14.468" v="210" actId="478"/>
          <ac:spMkLst>
            <pc:docMk/>
            <pc:sldMk cId="3136382324" sldId="263"/>
            <ac:spMk id="4" creationId="{00000000-0000-0000-0000-000000000000}"/>
          </ac:spMkLst>
        </pc:spChg>
        <pc:spChg chg="add mod">
          <ac:chgData name="Gabriel Khoury" userId="103f53ed-b464-4c75-950f-38a9edd4160d" providerId="ADAL" clId="{DF35FE43-2A28-4ABA-B3C1-A2109FA86BAA}" dt="2023-04-13T13:45:14.680" v="211"/>
          <ac:spMkLst>
            <pc:docMk/>
            <pc:sldMk cId="3136382324" sldId="263"/>
            <ac:spMk id="7" creationId="{701A1137-0BEE-261F-2524-0311BA5C3673}"/>
          </ac:spMkLst>
        </pc:spChg>
      </pc:sldChg>
      <pc:sldChg chg="addSp delSp modSp mod">
        <pc:chgData name="Gabriel Khoury" userId="103f53ed-b464-4c75-950f-38a9edd4160d" providerId="ADAL" clId="{DF35FE43-2A28-4ABA-B3C1-A2109FA86BAA}" dt="2023-04-13T14:18:40.843" v="826" actId="20577"/>
        <pc:sldMkLst>
          <pc:docMk/>
          <pc:sldMk cId="1621553798" sldId="264"/>
        </pc:sldMkLst>
        <pc:spChg chg="mod">
          <ac:chgData name="Gabriel Khoury" userId="103f53ed-b464-4c75-950f-38a9edd4160d" providerId="ADAL" clId="{DF35FE43-2A28-4ABA-B3C1-A2109FA86BAA}" dt="2023-04-13T14:01:36.921" v="412" actId="20577"/>
          <ac:spMkLst>
            <pc:docMk/>
            <pc:sldMk cId="1621553798" sldId="264"/>
            <ac:spMk id="2" creationId="{00000000-0000-0000-0000-000000000000}"/>
          </ac:spMkLst>
        </pc:spChg>
        <pc:spChg chg="mod">
          <ac:chgData name="Gabriel Khoury" userId="103f53ed-b464-4c75-950f-38a9edd4160d" providerId="ADAL" clId="{DF35FE43-2A28-4ABA-B3C1-A2109FA86BAA}" dt="2023-04-13T14:18:40.843" v="826" actId="20577"/>
          <ac:spMkLst>
            <pc:docMk/>
            <pc:sldMk cId="1621553798" sldId="264"/>
            <ac:spMk id="3" creationId="{00000000-0000-0000-0000-000000000000}"/>
          </ac:spMkLst>
        </pc:spChg>
        <pc:spChg chg="del">
          <ac:chgData name="Gabriel Khoury" userId="103f53ed-b464-4c75-950f-38a9edd4160d" providerId="ADAL" clId="{DF35FE43-2A28-4ABA-B3C1-A2109FA86BAA}" dt="2023-04-13T13:45:32.165" v="218" actId="478"/>
          <ac:spMkLst>
            <pc:docMk/>
            <pc:sldMk cId="1621553798" sldId="264"/>
            <ac:spMk id="4" creationId="{00000000-0000-0000-0000-000000000000}"/>
          </ac:spMkLst>
        </pc:spChg>
        <pc:spChg chg="add mod">
          <ac:chgData name="Gabriel Khoury" userId="103f53ed-b464-4c75-950f-38a9edd4160d" providerId="ADAL" clId="{DF35FE43-2A28-4ABA-B3C1-A2109FA86BAA}" dt="2023-04-13T13:45:32.364" v="219"/>
          <ac:spMkLst>
            <pc:docMk/>
            <pc:sldMk cId="1621553798" sldId="264"/>
            <ac:spMk id="7" creationId="{4BCF017C-5971-67A2-EBA2-810AD640412A}"/>
          </ac:spMkLst>
        </pc:spChg>
      </pc:sldChg>
      <pc:sldChg chg="addSp delSp modSp mod ord">
        <pc:chgData name="Gabriel Khoury" userId="103f53ed-b464-4c75-950f-38a9edd4160d" providerId="ADAL" clId="{DF35FE43-2A28-4ABA-B3C1-A2109FA86BAA}" dt="2023-04-13T14:21:27.758" v="865" actId="13900"/>
        <pc:sldMkLst>
          <pc:docMk/>
          <pc:sldMk cId="1422225557" sldId="265"/>
        </pc:sldMkLst>
        <pc:spChg chg="mod">
          <ac:chgData name="Gabriel Khoury" userId="103f53ed-b464-4c75-950f-38a9edd4160d" providerId="ADAL" clId="{DF35FE43-2A28-4ABA-B3C1-A2109FA86BAA}" dt="2023-04-13T14:21:27.758" v="865" actId="13900"/>
          <ac:spMkLst>
            <pc:docMk/>
            <pc:sldMk cId="1422225557" sldId="265"/>
            <ac:spMk id="3" creationId="{00000000-0000-0000-0000-000000000000}"/>
          </ac:spMkLst>
        </pc:spChg>
        <pc:spChg chg="del">
          <ac:chgData name="Gabriel Khoury" userId="103f53ed-b464-4c75-950f-38a9edd4160d" providerId="ADAL" clId="{DF35FE43-2A28-4ABA-B3C1-A2109FA86BAA}" dt="2023-04-13T13:45:46.029" v="226" actId="478"/>
          <ac:spMkLst>
            <pc:docMk/>
            <pc:sldMk cId="1422225557" sldId="265"/>
            <ac:spMk id="4" creationId="{00000000-0000-0000-0000-000000000000}"/>
          </ac:spMkLst>
        </pc:spChg>
        <pc:spChg chg="add mod">
          <ac:chgData name="Gabriel Khoury" userId="103f53ed-b464-4c75-950f-38a9edd4160d" providerId="ADAL" clId="{DF35FE43-2A28-4ABA-B3C1-A2109FA86BAA}" dt="2023-04-13T13:45:46.308" v="227"/>
          <ac:spMkLst>
            <pc:docMk/>
            <pc:sldMk cId="1422225557" sldId="265"/>
            <ac:spMk id="7" creationId="{1E1E5981-07BD-363B-0499-39BDB7C469A8}"/>
          </ac:spMkLst>
        </pc:spChg>
      </pc:sldChg>
      <pc:sldChg chg="addSp delSp modSp del mod ord">
        <pc:chgData name="Gabriel Khoury" userId="103f53ed-b464-4c75-950f-38a9edd4160d" providerId="ADAL" clId="{DF35FE43-2A28-4ABA-B3C1-A2109FA86BAA}" dt="2023-04-13T14:18:37.438" v="825" actId="47"/>
        <pc:sldMkLst>
          <pc:docMk/>
          <pc:sldMk cId="2892478246" sldId="266"/>
        </pc:sldMkLst>
        <pc:spChg chg="del">
          <ac:chgData name="Gabriel Khoury" userId="103f53ed-b464-4c75-950f-38a9edd4160d" providerId="ADAL" clId="{DF35FE43-2A28-4ABA-B3C1-A2109FA86BAA}" dt="2023-04-13T13:45:48.411" v="228" actId="478"/>
          <ac:spMkLst>
            <pc:docMk/>
            <pc:sldMk cId="2892478246" sldId="266"/>
            <ac:spMk id="4" creationId="{00000000-0000-0000-0000-000000000000}"/>
          </ac:spMkLst>
        </pc:spChg>
        <pc:spChg chg="add mod">
          <ac:chgData name="Gabriel Khoury" userId="103f53ed-b464-4c75-950f-38a9edd4160d" providerId="ADAL" clId="{DF35FE43-2A28-4ABA-B3C1-A2109FA86BAA}" dt="2023-04-13T13:45:48.687" v="229"/>
          <ac:spMkLst>
            <pc:docMk/>
            <pc:sldMk cId="2892478246" sldId="266"/>
            <ac:spMk id="9" creationId="{BF5E75E6-4282-6D46-34DA-FCDA12E2C979}"/>
          </ac:spMkLst>
        </pc:spChg>
      </pc:sldChg>
      <pc:sldChg chg="addSp delSp modSp del mod ord">
        <pc:chgData name="Gabriel Khoury" userId="103f53ed-b464-4c75-950f-38a9edd4160d" providerId="ADAL" clId="{DF35FE43-2A28-4ABA-B3C1-A2109FA86BAA}" dt="2023-04-13T13:51:53.975" v="357" actId="47"/>
        <pc:sldMkLst>
          <pc:docMk/>
          <pc:sldMk cId="1998134083" sldId="267"/>
        </pc:sldMkLst>
        <pc:spChg chg="del">
          <ac:chgData name="Gabriel Khoury" userId="103f53ed-b464-4c75-950f-38a9edd4160d" providerId="ADAL" clId="{DF35FE43-2A28-4ABA-B3C1-A2109FA86BAA}" dt="2023-04-13T13:45:27.377" v="216" actId="478"/>
          <ac:spMkLst>
            <pc:docMk/>
            <pc:sldMk cId="1998134083" sldId="267"/>
            <ac:spMk id="4" creationId="{00000000-0000-0000-0000-000000000000}"/>
          </ac:spMkLst>
        </pc:spChg>
        <pc:spChg chg="add mod">
          <ac:chgData name="Gabriel Khoury" userId="103f53ed-b464-4c75-950f-38a9edd4160d" providerId="ADAL" clId="{DF35FE43-2A28-4ABA-B3C1-A2109FA86BAA}" dt="2023-04-13T13:45:27.621" v="217"/>
          <ac:spMkLst>
            <pc:docMk/>
            <pc:sldMk cId="1998134083" sldId="267"/>
            <ac:spMk id="7" creationId="{FFDC0A87-814C-C7E5-065E-54BF650E57B8}"/>
          </ac:spMkLst>
        </pc:spChg>
      </pc:sldChg>
      <pc:sldChg chg="addSp delSp modSp mod">
        <pc:chgData name="Gabriel Khoury" userId="103f53ed-b464-4c75-950f-38a9edd4160d" providerId="ADAL" clId="{DF35FE43-2A28-4ABA-B3C1-A2109FA86BAA}" dt="2023-04-13T13:49:42.800" v="356" actId="20577"/>
        <pc:sldMkLst>
          <pc:docMk/>
          <pc:sldMk cId="1191294506" sldId="268"/>
        </pc:sldMkLst>
        <pc:spChg chg="mod">
          <ac:chgData name="Gabriel Khoury" userId="103f53ed-b464-4c75-950f-38a9edd4160d" providerId="ADAL" clId="{DF35FE43-2A28-4ABA-B3C1-A2109FA86BAA}" dt="2023-04-13T13:49:42.800" v="356" actId="20577"/>
          <ac:spMkLst>
            <pc:docMk/>
            <pc:sldMk cId="1191294506" sldId="268"/>
            <ac:spMk id="3" creationId="{00000000-0000-0000-0000-000000000000}"/>
          </ac:spMkLst>
        </pc:spChg>
        <pc:spChg chg="del">
          <ac:chgData name="Gabriel Khoury" userId="103f53ed-b464-4c75-950f-38a9edd4160d" providerId="ADAL" clId="{DF35FE43-2A28-4ABA-B3C1-A2109FA86BAA}" dt="2023-04-13T13:45:18.676" v="212" actId="478"/>
          <ac:spMkLst>
            <pc:docMk/>
            <pc:sldMk cId="1191294506" sldId="268"/>
            <ac:spMk id="4" creationId="{00000000-0000-0000-0000-000000000000}"/>
          </ac:spMkLst>
        </pc:spChg>
        <pc:spChg chg="add mod">
          <ac:chgData name="Gabriel Khoury" userId="103f53ed-b464-4c75-950f-38a9edd4160d" providerId="ADAL" clId="{DF35FE43-2A28-4ABA-B3C1-A2109FA86BAA}" dt="2023-04-13T13:45:18.947" v="213"/>
          <ac:spMkLst>
            <pc:docMk/>
            <pc:sldMk cId="1191294506" sldId="268"/>
            <ac:spMk id="7" creationId="{366B86A1-32D1-C460-CC7E-9BB59526D0B9}"/>
          </ac:spMkLst>
        </pc:spChg>
      </pc:sldChg>
      <pc:sldChg chg="addSp delSp modSp mod ord">
        <pc:chgData name="Gabriel Khoury" userId="103f53ed-b464-4c75-950f-38a9edd4160d" providerId="ADAL" clId="{DF35FE43-2A28-4ABA-B3C1-A2109FA86BAA}" dt="2023-04-13T14:17:56.750" v="824" actId="20577"/>
        <pc:sldMkLst>
          <pc:docMk/>
          <pc:sldMk cId="970142936" sldId="269"/>
        </pc:sldMkLst>
        <pc:spChg chg="mod">
          <ac:chgData name="Gabriel Khoury" userId="103f53ed-b464-4c75-950f-38a9edd4160d" providerId="ADAL" clId="{DF35FE43-2A28-4ABA-B3C1-A2109FA86BAA}" dt="2023-04-13T14:17:56.750" v="824" actId="20577"/>
          <ac:spMkLst>
            <pc:docMk/>
            <pc:sldMk cId="970142936" sldId="269"/>
            <ac:spMk id="3" creationId="{00000000-0000-0000-0000-000000000000}"/>
          </ac:spMkLst>
        </pc:spChg>
        <pc:spChg chg="del">
          <ac:chgData name="Gabriel Khoury" userId="103f53ed-b464-4c75-950f-38a9edd4160d" providerId="ADAL" clId="{DF35FE43-2A28-4ABA-B3C1-A2109FA86BAA}" dt="2023-04-13T13:45:43.621" v="224" actId="478"/>
          <ac:spMkLst>
            <pc:docMk/>
            <pc:sldMk cId="970142936" sldId="269"/>
            <ac:spMk id="4" creationId="{00000000-0000-0000-0000-000000000000}"/>
          </ac:spMkLst>
        </pc:spChg>
        <pc:spChg chg="add mod">
          <ac:chgData name="Gabriel Khoury" userId="103f53ed-b464-4c75-950f-38a9edd4160d" providerId="ADAL" clId="{DF35FE43-2A28-4ABA-B3C1-A2109FA86BAA}" dt="2023-04-13T13:45:43.824" v="225"/>
          <ac:spMkLst>
            <pc:docMk/>
            <pc:sldMk cId="970142936" sldId="269"/>
            <ac:spMk id="8" creationId="{EB584420-14A9-F7AF-D139-A44ACEBC3311}"/>
          </ac:spMkLst>
        </pc:spChg>
        <pc:spChg chg="del">
          <ac:chgData name="Gabriel Khoury" userId="103f53ed-b464-4c75-950f-38a9edd4160d" providerId="ADAL" clId="{DF35FE43-2A28-4ABA-B3C1-A2109FA86BAA}" dt="2023-04-13T14:16:13.496" v="775" actId="478"/>
          <ac:spMkLst>
            <pc:docMk/>
            <pc:sldMk cId="970142936" sldId="269"/>
            <ac:spMk id="9" creationId="{00000000-0000-0000-0000-000000000000}"/>
          </ac:spMkLst>
        </pc:spChg>
        <pc:picChg chg="del">
          <ac:chgData name="Gabriel Khoury" userId="103f53ed-b464-4c75-950f-38a9edd4160d" providerId="ADAL" clId="{DF35FE43-2A28-4ABA-B3C1-A2109FA86BAA}" dt="2023-04-13T14:16:13.496" v="775" actId="478"/>
          <ac:picMkLst>
            <pc:docMk/>
            <pc:sldMk cId="970142936" sldId="269"/>
            <ac:picMk id="7" creationId="{00000000-0000-0000-0000-000000000000}"/>
          </ac:picMkLst>
        </pc:picChg>
      </pc:sldChg>
      <pc:sldChg chg="addSp delSp modSp mod ord">
        <pc:chgData name="Gabriel Khoury" userId="103f53ed-b464-4c75-950f-38a9edd4160d" providerId="ADAL" clId="{DF35FE43-2A28-4ABA-B3C1-A2109FA86BAA}" dt="2023-04-13T13:45:24.306" v="215"/>
        <pc:sldMkLst>
          <pc:docMk/>
          <pc:sldMk cId="3232644349" sldId="270"/>
        </pc:sldMkLst>
        <pc:spChg chg="mod">
          <ac:chgData name="Gabriel Khoury" userId="103f53ed-b464-4c75-950f-38a9edd4160d" providerId="ADAL" clId="{DF35FE43-2A28-4ABA-B3C1-A2109FA86BAA}" dt="2023-04-13T13:40:44.384" v="161" actId="6549"/>
          <ac:spMkLst>
            <pc:docMk/>
            <pc:sldMk cId="3232644349" sldId="270"/>
            <ac:spMk id="3" creationId="{00000000-0000-0000-0000-000000000000}"/>
          </ac:spMkLst>
        </pc:spChg>
        <pc:spChg chg="del">
          <ac:chgData name="Gabriel Khoury" userId="103f53ed-b464-4c75-950f-38a9edd4160d" providerId="ADAL" clId="{DF35FE43-2A28-4ABA-B3C1-A2109FA86BAA}" dt="2023-04-13T13:45:24.095" v="214" actId="478"/>
          <ac:spMkLst>
            <pc:docMk/>
            <pc:sldMk cId="3232644349" sldId="270"/>
            <ac:spMk id="4" creationId="{00000000-0000-0000-0000-000000000000}"/>
          </ac:spMkLst>
        </pc:spChg>
        <pc:spChg chg="add mod">
          <ac:chgData name="Gabriel Khoury" userId="103f53ed-b464-4c75-950f-38a9edd4160d" providerId="ADAL" clId="{DF35FE43-2A28-4ABA-B3C1-A2109FA86BAA}" dt="2023-04-13T13:45:24.306" v="215"/>
          <ac:spMkLst>
            <pc:docMk/>
            <pc:sldMk cId="3232644349" sldId="270"/>
            <ac:spMk id="7" creationId="{FB526C30-A7D5-01CB-D1AA-92DF506B4A68}"/>
          </ac:spMkLst>
        </pc:spChg>
      </pc:sldChg>
      <pc:sldChg chg="addSp delSp modSp mod">
        <pc:chgData name="Gabriel Khoury" userId="103f53ed-b464-4c75-950f-38a9edd4160d" providerId="ADAL" clId="{DF35FE43-2A28-4ABA-B3C1-A2109FA86BAA}" dt="2023-04-13T14:20:24.377" v="829"/>
        <pc:sldMkLst>
          <pc:docMk/>
          <pc:sldMk cId="227896119" sldId="271"/>
        </pc:sldMkLst>
        <pc:spChg chg="mod">
          <ac:chgData name="Gabriel Khoury" userId="103f53ed-b464-4c75-950f-38a9edd4160d" providerId="ADAL" clId="{DF35FE43-2A28-4ABA-B3C1-A2109FA86BAA}" dt="2023-04-13T14:20:24.377" v="829"/>
          <ac:spMkLst>
            <pc:docMk/>
            <pc:sldMk cId="227896119" sldId="271"/>
            <ac:spMk id="3" creationId="{00000000-0000-0000-0000-000000000000}"/>
          </ac:spMkLst>
        </pc:spChg>
        <pc:spChg chg="del">
          <ac:chgData name="Gabriel Khoury" userId="103f53ed-b464-4c75-950f-38a9edd4160d" providerId="ADAL" clId="{DF35FE43-2A28-4ABA-B3C1-A2109FA86BAA}" dt="2023-04-13T13:45:37.378" v="220" actId="478"/>
          <ac:spMkLst>
            <pc:docMk/>
            <pc:sldMk cId="227896119" sldId="271"/>
            <ac:spMk id="4" creationId="{00000000-0000-0000-0000-000000000000}"/>
          </ac:spMkLst>
        </pc:spChg>
        <pc:spChg chg="add mod">
          <ac:chgData name="Gabriel Khoury" userId="103f53ed-b464-4c75-950f-38a9edd4160d" providerId="ADAL" clId="{DF35FE43-2A28-4ABA-B3C1-A2109FA86BAA}" dt="2023-04-13T13:45:37.588" v="221"/>
          <ac:spMkLst>
            <pc:docMk/>
            <pc:sldMk cId="227896119" sldId="271"/>
            <ac:spMk id="7" creationId="{DCE6257C-9FEA-0CA9-7022-067BF61000E1}"/>
          </ac:spMkLst>
        </pc:spChg>
      </pc:sldChg>
      <pc:sldChg chg="addSp delSp modSp mod ord">
        <pc:chgData name="Gabriel Khoury" userId="103f53ed-b464-4c75-950f-38a9edd4160d" providerId="ADAL" clId="{DF35FE43-2A28-4ABA-B3C1-A2109FA86BAA}" dt="2023-04-13T14:15:12.519" v="773" actId="20577"/>
        <pc:sldMkLst>
          <pc:docMk/>
          <pc:sldMk cId="3605475765" sldId="272"/>
        </pc:sldMkLst>
        <pc:spChg chg="mod">
          <ac:chgData name="Gabriel Khoury" userId="103f53ed-b464-4c75-950f-38a9edd4160d" providerId="ADAL" clId="{DF35FE43-2A28-4ABA-B3C1-A2109FA86BAA}" dt="2023-04-13T14:14:07.235" v="653"/>
          <ac:spMkLst>
            <pc:docMk/>
            <pc:sldMk cId="3605475765" sldId="272"/>
            <ac:spMk id="2" creationId="{00000000-0000-0000-0000-000000000000}"/>
          </ac:spMkLst>
        </pc:spChg>
        <pc:spChg chg="mod">
          <ac:chgData name="Gabriel Khoury" userId="103f53ed-b464-4c75-950f-38a9edd4160d" providerId="ADAL" clId="{DF35FE43-2A28-4ABA-B3C1-A2109FA86BAA}" dt="2023-04-13T14:15:12.519" v="773" actId="20577"/>
          <ac:spMkLst>
            <pc:docMk/>
            <pc:sldMk cId="3605475765" sldId="272"/>
            <ac:spMk id="3" creationId="{00000000-0000-0000-0000-000000000000}"/>
          </ac:spMkLst>
        </pc:spChg>
        <pc:spChg chg="del">
          <ac:chgData name="Gabriel Khoury" userId="103f53ed-b464-4c75-950f-38a9edd4160d" providerId="ADAL" clId="{DF35FE43-2A28-4ABA-B3C1-A2109FA86BAA}" dt="2023-04-13T13:45:40.822" v="222" actId="478"/>
          <ac:spMkLst>
            <pc:docMk/>
            <pc:sldMk cId="3605475765" sldId="272"/>
            <ac:spMk id="4" creationId="{00000000-0000-0000-0000-000000000000}"/>
          </ac:spMkLst>
        </pc:spChg>
        <pc:spChg chg="add mod">
          <ac:chgData name="Gabriel Khoury" userId="103f53ed-b464-4c75-950f-38a9edd4160d" providerId="ADAL" clId="{DF35FE43-2A28-4ABA-B3C1-A2109FA86BAA}" dt="2023-04-13T13:45:41.134" v="223"/>
          <ac:spMkLst>
            <pc:docMk/>
            <pc:sldMk cId="3605475765" sldId="272"/>
            <ac:spMk id="7" creationId="{152D96CC-9342-35EC-EAE2-1684FDE46824}"/>
          </ac:spMkLst>
        </pc:spChg>
      </pc:sldChg>
      <pc:sldChg chg="delSp modSp mod">
        <pc:chgData name="Gabriel Khoury" userId="103f53ed-b464-4c75-950f-38a9edd4160d" providerId="ADAL" clId="{DF35FE43-2A28-4ABA-B3C1-A2109FA86BAA}" dt="2023-04-13T14:21:47.489" v="867" actId="207"/>
        <pc:sldMkLst>
          <pc:docMk/>
          <pc:sldMk cId="2599463949" sldId="274"/>
        </pc:sldMkLst>
        <pc:spChg chg="mod">
          <ac:chgData name="Gabriel Khoury" userId="103f53ed-b464-4c75-950f-38a9edd4160d" providerId="ADAL" clId="{DF35FE43-2A28-4ABA-B3C1-A2109FA86BAA}" dt="2023-04-13T14:21:47.489" v="867" actId="207"/>
          <ac:spMkLst>
            <pc:docMk/>
            <pc:sldMk cId="2599463949" sldId="274"/>
            <ac:spMk id="2" creationId="{00000000-0000-0000-0000-000000000000}"/>
          </ac:spMkLst>
        </pc:spChg>
        <pc:spChg chg="del">
          <ac:chgData name="Gabriel Khoury" userId="103f53ed-b464-4c75-950f-38a9edd4160d" providerId="ADAL" clId="{DF35FE43-2A28-4ABA-B3C1-A2109FA86BAA}" dt="2023-04-13T14:03:32.831" v="415" actId="478"/>
          <ac:spMkLst>
            <pc:docMk/>
            <pc:sldMk cId="2599463949" sldId="274"/>
            <ac:spMk id="4" creationId="{00000000-0000-0000-0000-000000000000}"/>
          </ac:spMkLst>
        </pc:spChg>
        <pc:spChg chg="del">
          <ac:chgData name="Gabriel Khoury" userId="103f53ed-b464-4c75-950f-38a9edd4160d" providerId="ADAL" clId="{DF35FE43-2A28-4ABA-B3C1-A2109FA86BAA}" dt="2023-04-13T14:03:33.616" v="416" actId="478"/>
          <ac:spMkLst>
            <pc:docMk/>
            <pc:sldMk cId="2599463949" sldId="274"/>
            <ac:spMk id="5" creationId="{00000000-0000-0000-0000-000000000000}"/>
          </ac:spMkLst>
        </pc:spChg>
      </pc:sldChg>
      <pc:sldChg chg="delSp mod">
        <pc:chgData name="Gabriel Khoury" userId="103f53ed-b464-4c75-950f-38a9edd4160d" providerId="ADAL" clId="{DF35FE43-2A28-4ABA-B3C1-A2109FA86BAA}" dt="2023-04-13T14:03:36.641" v="418" actId="478"/>
        <pc:sldMkLst>
          <pc:docMk/>
          <pc:sldMk cId="3671775987" sldId="275"/>
        </pc:sldMkLst>
        <pc:spChg chg="del">
          <ac:chgData name="Gabriel Khoury" userId="103f53ed-b464-4c75-950f-38a9edd4160d" providerId="ADAL" clId="{DF35FE43-2A28-4ABA-B3C1-A2109FA86BAA}" dt="2023-04-13T14:03:35.922" v="417" actId="478"/>
          <ac:spMkLst>
            <pc:docMk/>
            <pc:sldMk cId="3671775987" sldId="275"/>
            <ac:spMk id="4" creationId="{00000000-0000-0000-0000-000000000000}"/>
          </ac:spMkLst>
        </pc:spChg>
        <pc:spChg chg="del">
          <ac:chgData name="Gabriel Khoury" userId="103f53ed-b464-4c75-950f-38a9edd4160d" providerId="ADAL" clId="{DF35FE43-2A28-4ABA-B3C1-A2109FA86BAA}" dt="2023-04-13T14:03:36.641" v="418" actId="478"/>
          <ac:spMkLst>
            <pc:docMk/>
            <pc:sldMk cId="3671775987" sldId="275"/>
            <ac:spMk id="5" creationId="{00000000-0000-0000-0000-000000000000}"/>
          </ac:spMkLst>
        </pc:spChg>
      </pc:sldChg>
      <pc:sldChg chg="modSp mod">
        <pc:chgData name="Gabriel Khoury" userId="103f53ed-b464-4c75-950f-38a9edd4160d" providerId="ADAL" clId="{DF35FE43-2A28-4ABA-B3C1-A2109FA86BAA}" dt="2023-04-13T14:24:09.521" v="905" actId="20577"/>
        <pc:sldMkLst>
          <pc:docMk/>
          <pc:sldMk cId="2455286241" sldId="276"/>
        </pc:sldMkLst>
        <pc:spChg chg="mod">
          <ac:chgData name="Gabriel Khoury" userId="103f53ed-b464-4c75-950f-38a9edd4160d" providerId="ADAL" clId="{DF35FE43-2A28-4ABA-B3C1-A2109FA86BAA}" dt="2023-04-13T14:22:55.071" v="886" actId="1035"/>
          <ac:spMkLst>
            <pc:docMk/>
            <pc:sldMk cId="2455286241" sldId="276"/>
            <ac:spMk id="3" creationId="{00000000-0000-0000-0000-000000000000}"/>
          </ac:spMkLst>
        </pc:spChg>
        <pc:spChg chg="mod">
          <ac:chgData name="Gabriel Khoury" userId="103f53ed-b464-4c75-950f-38a9edd4160d" providerId="ADAL" clId="{DF35FE43-2A28-4ABA-B3C1-A2109FA86BAA}" dt="2023-04-13T14:24:09.521" v="905" actId="20577"/>
          <ac:spMkLst>
            <pc:docMk/>
            <pc:sldMk cId="2455286241" sldId="276"/>
            <ac:spMk id="4" creationId="{00000000-0000-0000-0000-000000000000}"/>
          </ac:spMkLst>
        </pc:spChg>
        <pc:spChg chg="mod">
          <ac:chgData name="Gabriel Khoury" userId="103f53ed-b464-4c75-950f-38a9edd4160d" providerId="ADAL" clId="{DF35FE43-2A28-4ABA-B3C1-A2109FA86BAA}" dt="2023-04-13T14:23:03.734" v="892" actId="1036"/>
          <ac:spMkLst>
            <pc:docMk/>
            <pc:sldMk cId="2455286241" sldId="276"/>
            <ac:spMk id="5" creationId="{00000000-0000-0000-0000-000000000000}"/>
          </ac:spMkLst>
        </pc:spChg>
      </pc:sldChg>
      <pc:sldChg chg="modSp add mod">
        <pc:chgData name="Gabriel Khoury" userId="103f53ed-b464-4c75-950f-38a9edd4160d" providerId="ADAL" clId="{DF35FE43-2A28-4ABA-B3C1-A2109FA86BAA}" dt="2023-04-13T14:21:05.214" v="862" actId="20577"/>
        <pc:sldMkLst>
          <pc:docMk/>
          <pc:sldMk cId="1109407392" sldId="277"/>
        </pc:sldMkLst>
        <pc:spChg chg="mod">
          <ac:chgData name="Gabriel Khoury" userId="103f53ed-b464-4c75-950f-38a9edd4160d" providerId="ADAL" clId="{DF35FE43-2A28-4ABA-B3C1-A2109FA86BAA}" dt="2023-04-13T14:07:03.798" v="527" actId="20577"/>
          <ac:spMkLst>
            <pc:docMk/>
            <pc:sldMk cId="1109407392" sldId="277"/>
            <ac:spMk id="2" creationId="{00000000-0000-0000-0000-000000000000}"/>
          </ac:spMkLst>
        </pc:spChg>
        <pc:spChg chg="mod">
          <ac:chgData name="Gabriel Khoury" userId="103f53ed-b464-4c75-950f-38a9edd4160d" providerId="ADAL" clId="{DF35FE43-2A28-4ABA-B3C1-A2109FA86BAA}" dt="2023-04-13T14:21:05.214" v="862" actId="20577"/>
          <ac:spMkLst>
            <pc:docMk/>
            <pc:sldMk cId="1109407392" sldId="277"/>
            <ac:spMk id="3" creationId="{00000000-0000-0000-0000-000000000000}"/>
          </ac:spMkLst>
        </pc:spChg>
      </pc:sldChg>
      <pc:sldChg chg="delSp new del mod">
        <pc:chgData name="Gabriel Khoury" userId="103f53ed-b464-4c75-950f-38a9edd4160d" providerId="ADAL" clId="{DF35FE43-2A28-4ABA-B3C1-A2109FA86BAA}" dt="2023-04-13T13:44:53.008" v="205" actId="47"/>
        <pc:sldMkLst>
          <pc:docMk/>
          <pc:sldMk cId="1774777624" sldId="277"/>
        </pc:sldMkLst>
        <pc:spChg chg="del">
          <ac:chgData name="Gabriel Khoury" userId="103f53ed-b464-4c75-950f-38a9edd4160d" providerId="ADAL" clId="{DF35FE43-2A28-4ABA-B3C1-A2109FA86BAA}" dt="2023-04-13T13:44:49.727" v="204" actId="478"/>
          <ac:spMkLst>
            <pc:docMk/>
            <pc:sldMk cId="1774777624" sldId="277"/>
            <ac:spMk id="4" creationId="{66374693-CBEA-A038-4DD8-023D74F3DA29}"/>
          </ac:spMkLst>
        </pc:spChg>
      </pc:sldChg>
      <pc:sldChg chg="add del">
        <pc:chgData name="Gabriel Khoury" userId="103f53ed-b464-4c75-950f-38a9edd4160d" providerId="ADAL" clId="{DF35FE43-2A28-4ABA-B3C1-A2109FA86BAA}" dt="2023-04-13T14:15:21.146" v="774" actId="47"/>
        <pc:sldMkLst>
          <pc:docMk/>
          <pc:sldMk cId="3263650857" sldId="278"/>
        </pc:sldMkLst>
      </pc:sldChg>
      <pc:sldMasterChg chg="modSldLayout">
        <pc:chgData name="Gabriel Khoury" userId="103f53ed-b464-4c75-950f-38a9edd4160d" providerId="ADAL" clId="{DF35FE43-2A28-4ABA-B3C1-A2109FA86BAA}" dt="2023-04-13T14:23:41.328" v="895" actId="404"/>
        <pc:sldMasterMkLst>
          <pc:docMk/>
          <pc:sldMasterMk cId="0" sldId="2147483648"/>
        </pc:sldMasterMkLst>
        <pc:sldLayoutChg chg="modSp mod">
          <pc:chgData name="Gabriel Khoury" userId="103f53ed-b464-4c75-950f-38a9edd4160d" providerId="ADAL" clId="{DF35FE43-2A28-4ABA-B3C1-A2109FA86BAA}" dt="2023-04-13T14:23:41.328" v="895" actId="404"/>
          <pc:sldLayoutMkLst>
            <pc:docMk/>
            <pc:sldMasterMk cId="0" sldId="2147483648"/>
            <pc:sldLayoutMk cId="205685143" sldId="2147483885"/>
          </pc:sldLayoutMkLst>
          <pc:spChg chg="mod">
            <ac:chgData name="Gabriel Khoury" userId="103f53ed-b464-4c75-950f-38a9edd4160d" providerId="ADAL" clId="{DF35FE43-2A28-4ABA-B3C1-A2109FA86BAA}" dt="2023-04-13T14:23:41.328" v="895" actId="404"/>
            <ac:spMkLst>
              <pc:docMk/>
              <pc:sldMasterMk cId="0" sldId="2147483648"/>
              <pc:sldLayoutMk cId="205685143" sldId="2147483885"/>
              <ac:spMk id="9" creationId="{00000000-0000-0000-0000-000000000000}"/>
            </ac:spMkLst>
          </pc:spChg>
        </pc:sldLayoutChg>
      </pc:sldMasterChg>
      <pc:sldMasterChg chg="modSldLayout">
        <pc:chgData name="Gabriel Khoury" userId="103f53ed-b464-4c75-950f-38a9edd4160d" providerId="ADAL" clId="{DF35FE43-2A28-4ABA-B3C1-A2109FA86BAA}" dt="2023-04-13T13:42:45.475" v="193" actId="20577"/>
        <pc:sldMasterMkLst>
          <pc:docMk/>
          <pc:sldMasterMk cId="0" sldId="2147483759"/>
        </pc:sldMasterMkLst>
        <pc:sldLayoutChg chg="modSp mod">
          <pc:chgData name="Gabriel Khoury" userId="103f53ed-b464-4c75-950f-38a9edd4160d" providerId="ADAL" clId="{DF35FE43-2A28-4ABA-B3C1-A2109FA86BAA}" dt="2023-04-13T13:42:45.475" v="193" actId="20577"/>
          <pc:sldLayoutMkLst>
            <pc:docMk/>
            <pc:sldMasterMk cId="0" sldId="2147483759"/>
            <pc:sldLayoutMk cId="1640958511" sldId="2147483887"/>
          </pc:sldLayoutMkLst>
          <pc:spChg chg="mod">
            <ac:chgData name="Gabriel Khoury" userId="103f53ed-b464-4c75-950f-38a9edd4160d" providerId="ADAL" clId="{DF35FE43-2A28-4ABA-B3C1-A2109FA86BAA}" dt="2023-04-13T13:41:48.430" v="178" actId="20577"/>
            <ac:spMkLst>
              <pc:docMk/>
              <pc:sldMasterMk cId="0" sldId="2147483759"/>
              <pc:sldLayoutMk cId="1640958511" sldId="2147483887"/>
              <ac:spMk id="4" creationId="{00000000-0000-0000-0000-000000000000}"/>
            </ac:spMkLst>
          </pc:spChg>
          <pc:spChg chg="mod">
            <ac:chgData name="Gabriel Khoury" userId="103f53ed-b464-4c75-950f-38a9edd4160d" providerId="ADAL" clId="{DF35FE43-2A28-4ABA-B3C1-A2109FA86BAA}" dt="2023-04-13T13:42:45.475" v="193" actId="20577"/>
            <ac:spMkLst>
              <pc:docMk/>
              <pc:sldMasterMk cId="0" sldId="2147483759"/>
              <pc:sldLayoutMk cId="1640958511" sldId="2147483887"/>
              <ac:spMk id="5" creationId="{00000000-0000-0000-0000-000000000000}"/>
            </ac:spMkLst>
          </pc:sp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45CD1E-21EE-E042-B3AF-ADA902B525E3}" type="doc">
      <dgm:prSet loTypeId="urn:microsoft.com/office/officeart/2005/8/layout/process1" loCatId="" qsTypeId="urn:microsoft.com/office/officeart/2005/8/quickstyle/simple1" qsCatId="simple" csTypeId="urn:microsoft.com/office/officeart/2005/8/colors/accent0_1" csCatId="mainScheme" phldr="1"/>
      <dgm:spPr/>
    </dgm:pt>
    <dgm:pt modelId="{C53A8FEA-1768-2245-AF38-ADBB5C594FCB}">
      <dgm:prSet phldrT="[Text]" custT="1"/>
      <dgm:spPr/>
      <dgm:t>
        <a:bodyPr/>
        <a:lstStyle/>
        <a:p>
          <a:r>
            <a:rPr lang="en-US" sz="1400" dirty="0">
              <a:latin typeface="Nadeem" pitchFamily="2" charset="-78"/>
              <a:cs typeface="Nadeem" pitchFamily="2" charset="-78"/>
            </a:rPr>
            <a:t>Satellite Data</a:t>
          </a:r>
        </a:p>
      </dgm:t>
    </dgm:pt>
    <dgm:pt modelId="{22A522E5-580A-A140-B2B2-EBA8C498F4A2}" type="parTrans" cxnId="{04D6101E-94E8-3B47-A238-2F2F3F45DBCE}">
      <dgm:prSet/>
      <dgm:spPr/>
      <dgm:t>
        <a:bodyPr/>
        <a:lstStyle/>
        <a:p>
          <a:endParaRPr lang="en-US" sz="1400">
            <a:latin typeface="Nadeem" pitchFamily="2" charset="-78"/>
            <a:cs typeface="Nadeem" pitchFamily="2" charset="-78"/>
          </a:endParaRPr>
        </a:p>
      </dgm:t>
    </dgm:pt>
    <dgm:pt modelId="{ADAFC135-4526-9748-BA6C-C8F9A03F36C7}" type="sibTrans" cxnId="{04D6101E-94E8-3B47-A238-2F2F3F45DBCE}">
      <dgm:prSet custT="1"/>
      <dgm:spPr>
        <a:solidFill>
          <a:schemeClr val="accent1">
            <a:lumMod val="20000"/>
            <a:lumOff val="80000"/>
          </a:schemeClr>
        </a:solidFill>
        <a:ln>
          <a:solidFill>
            <a:schemeClr val="dk1">
              <a:shade val="80000"/>
              <a:hueOff val="0"/>
              <a:satOff val="0"/>
              <a:lumOff val="0"/>
            </a:schemeClr>
          </a:solidFill>
        </a:ln>
      </dgm:spPr>
      <dgm:t>
        <a:bodyPr/>
        <a:lstStyle/>
        <a:p>
          <a:pPr rtl="0"/>
          <a:endParaRPr lang="en-US" sz="1400">
            <a:latin typeface="Nadeem" pitchFamily="2" charset="-78"/>
            <a:cs typeface="Nadeem" pitchFamily="2" charset="-78"/>
          </a:endParaRPr>
        </a:p>
      </dgm:t>
    </dgm:pt>
    <dgm:pt modelId="{DE918562-1BCA-8F43-81E9-BFDA1A3F66CE}">
      <dgm:prSet phldrT="[Text]" custT="1"/>
      <dgm:spPr/>
      <dgm:t>
        <a:bodyPr/>
        <a:lstStyle/>
        <a:p>
          <a:r>
            <a:rPr lang="en-US" sz="1400" dirty="0">
              <a:latin typeface="Nadeem" pitchFamily="2" charset="-78"/>
              <a:cs typeface="Nadeem" pitchFamily="2" charset="-78"/>
            </a:rPr>
            <a:t>Forecast</a:t>
          </a:r>
        </a:p>
      </dgm:t>
    </dgm:pt>
    <dgm:pt modelId="{8E232C59-D5F4-254F-AB20-068591DD6AC4}" type="parTrans" cxnId="{8074059B-B25E-414A-BF17-8E1E3C605DEA}">
      <dgm:prSet/>
      <dgm:spPr/>
      <dgm:t>
        <a:bodyPr/>
        <a:lstStyle/>
        <a:p>
          <a:endParaRPr lang="en-US" sz="1400">
            <a:latin typeface="Nadeem" pitchFamily="2" charset="-78"/>
            <a:cs typeface="Nadeem" pitchFamily="2" charset="-78"/>
          </a:endParaRPr>
        </a:p>
      </dgm:t>
    </dgm:pt>
    <dgm:pt modelId="{7DBF5B1B-6846-E54F-839B-5FCABBABC1FD}" type="sibTrans" cxnId="{8074059B-B25E-414A-BF17-8E1E3C605DEA}">
      <dgm:prSet/>
      <dgm:spPr/>
      <dgm:t>
        <a:bodyPr/>
        <a:lstStyle/>
        <a:p>
          <a:endParaRPr lang="en-US" sz="1400">
            <a:latin typeface="Nadeem" pitchFamily="2" charset="-78"/>
            <a:cs typeface="Nadeem" pitchFamily="2" charset="-78"/>
          </a:endParaRPr>
        </a:p>
      </dgm:t>
    </dgm:pt>
    <dgm:pt modelId="{B4D0E1F9-7B8A-D94C-BB58-521B7AA54C2D}">
      <dgm:prSet custT="1"/>
      <dgm:spPr/>
      <dgm:t>
        <a:bodyPr/>
        <a:lstStyle/>
        <a:p>
          <a:r>
            <a:rPr lang="en-US" sz="1400" dirty="0">
              <a:latin typeface="Nadeem" pitchFamily="2" charset="-78"/>
              <a:cs typeface="Nadeem" pitchFamily="2" charset="-78"/>
            </a:rPr>
            <a:t>Feature Engineering</a:t>
          </a:r>
        </a:p>
      </dgm:t>
    </dgm:pt>
    <dgm:pt modelId="{E602F0E1-024A-5943-96CD-648C58745FC5}" type="parTrans" cxnId="{2E36D094-A26B-684D-BBF8-31ABB72C2AF6}">
      <dgm:prSet/>
      <dgm:spPr/>
      <dgm:t>
        <a:bodyPr/>
        <a:lstStyle/>
        <a:p>
          <a:endParaRPr lang="en-US" sz="1400">
            <a:latin typeface="Nadeem" pitchFamily="2" charset="-78"/>
            <a:cs typeface="Nadeem" pitchFamily="2" charset="-78"/>
          </a:endParaRPr>
        </a:p>
      </dgm:t>
    </dgm:pt>
    <dgm:pt modelId="{900468DC-A44A-4241-B10A-E2D21A7C9745}" type="sibTrans" cxnId="{2E36D094-A26B-684D-BBF8-31ABB72C2AF6}">
      <dgm:prSet custT="1"/>
      <dgm:spPr>
        <a:solidFill>
          <a:schemeClr val="accent1">
            <a:lumMod val="20000"/>
            <a:lumOff val="80000"/>
          </a:schemeClr>
        </a:solidFill>
        <a:ln>
          <a:solidFill>
            <a:schemeClr val="dk1">
              <a:shade val="80000"/>
              <a:hueOff val="0"/>
              <a:satOff val="0"/>
              <a:lumOff val="0"/>
            </a:schemeClr>
          </a:solidFill>
        </a:ln>
      </dgm:spPr>
      <dgm:t>
        <a:bodyPr/>
        <a:lstStyle/>
        <a:p>
          <a:pPr rtl="0"/>
          <a:endParaRPr lang="en-US" sz="1400">
            <a:latin typeface="Nadeem" pitchFamily="2" charset="-78"/>
            <a:cs typeface="Nadeem" pitchFamily="2" charset="-78"/>
          </a:endParaRPr>
        </a:p>
      </dgm:t>
    </dgm:pt>
    <dgm:pt modelId="{4B5852E1-5CC3-BC40-952F-1E5DE1FB03D2}">
      <dgm:prSet custT="1"/>
      <dgm:spPr/>
      <dgm:t>
        <a:bodyPr/>
        <a:lstStyle/>
        <a:p>
          <a:r>
            <a:rPr lang="en-US" sz="1400" dirty="0">
              <a:latin typeface="Nadeem" pitchFamily="2" charset="-78"/>
              <a:cs typeface="Nadeem" pitchFamily="2" charset="-78"/>
            </a:rPr>
            <a:t>LSTM Model</a:t>
          </a:r>
        </a:p>
      </dgm:t>
    </dgm:pt>
    <dgm:pt modelId="{4EFBE252-6A86-0D41-8802-D93243F16E71}" type="parTrans" cxnId="{4953CBC3-8610-CD4B-A364-9C1DC5430F65}">
      <dgm:prSet/>
      <dgm:spPr/>
      <dgm:t>
        <a:bodyPr/>
        <a:lstStyle/>
        <a:p>
          <a:endParaRPr lang="en-US" sz="1400">
            <a:latin typeface="Nadeem" pitchFamily="2" charset="-78"/>
            <a:cs typeface="Nadeem" pitchFamily="2" charset="-78"/>
          </a:endParaRPr>
        </a:p>
      </dgm:t>
    </dgm:pt>
    <dgm:pt modelId="{C7D3B008-3490-1E4A-A69E-9F796DD11D15}" type="sibTrans" cxnId="{4953CBC3-8610-CD4B-A364-9C1DC5430F65}">
      <dgm:prSet custT="1"/>
      <dgm:spPr>
        <a:solidFill>
          <a:schemeClr val="accent1">
            <a:lumMod val="20000"/>
            <a:lumOff val="80000"/>
          </a:schemeClr>
        </a:solidFill>
        <a:ln>
          <a:solidFill>
            <a:schemeClr val="dk1">
              <a:shade val="80000"/>
              <a:hueOff val="0"/>
              <a:satOff val="0"/>
              <a:lumOff val="0"/>
            </a:schemeClr>
          </a:solidFill>
        </a:ln>
      </dgm:spPr>
      <dgm:t>
        <a:bodyPr/>
        <a:lstStyle/>
        <a:p>
          <a:pPr rtl="0"/>
          <a:endParaRPr lang="en-US" sz="1400">
            <a:latin typeface="Nadeem" pitchFamily="2" charset="-78"/>
            <a:cs typeface="Nadeem" pitchFamily="2" charset="-78"/>
          </a:endParaRPr>
        </a:p>
      </dgm:t>
    </dgm:pt>
    <dgm:pt modelId="{D092312D-90B2-374E-B6C1-CB9EE502E5A9}" type="pres">
      <dgm:prSet presAssocID="{3645CD1E-21EE-E042-B3AF-ADA902B525E3}" presName="Name0" presStyleCnt="0">
        <dgm:presLayoutVars>
          <dgm:dir/>
          <dgm:resizeHandles val="exact"/>
        </dgm:presLayoutVars>
      </dgm:prSet>
      <dgm:spPr/>
    </dgm:pt>
    <dgm:pt modelId="{A0B35B71-3C1F-D742-BF07-2FAED650BE01}" type="pres">
      <dgm:prSet presAssocID="{C53A8FEA-1768-2245-AF38-ADBB5C594FCB}" presName="node" presStyleLbl="node1" presStyleIdx="0" presStyleCnt="4">
        <dgm:presLayoutVars>
          <dgm:bulletEnabled val="1"/>
        </dgm:presLayoutVars>
      </dgm:prSet>
      <dgm:spPr/>
    </dgm:pt>
    <dgm:pt modelId="{72CD8F94-B397-754C-AFF0-366B2E057B3E}" type="pres">
      <dgm:prSet presAssocID="{ADAFC135-4526-9748-BA6C-C8F9A03F36C7}" presName="sibTrans" presStyleLbl="sibTrans2D1" presStyleIdx="0" presStyleCnt="3"/>
      <dgm:spPr/>
    </dgm:pt>
    <dgm:pt modelId="{220BE91D-9858-9941-96EC-4C456ABC0E3F}" type="pres">
      <dgm:prSet presAssocID="{ADAFC135-4526-9748-BA6C-C8F9A03F36C7}" presName="connectorText" presStyleLbl="sibTrans2D1" presStyleIdx="0" presStyleCnt="3"/>
      <dgm:spPr/>
    </dgm:pt>
    <dgm:pt modelId="{D1B8797C-607C-334B-AB3C-B84708B320D2}" type="pres">
      <dgm:prSet presAssocID="{B4D0E1F9-7B8A-D94C-BB58-521B7AA54C2D}" presName="node" presStyleLbl="node1" presStyleIdx="1" presStyleCnt="4">
        <dgm:presLayoutVars>
          <dgm:bulletEnabled val="1"/>
        </dgm:presLayoutVars>
      </dgm:prSet>
      <dgm:spPr/>
    </dgm:pt>
    <dgm:pt modelId="{8577F221-6194-144E-90AF-F385F73D72A0}" type="pres">
      <dgm:prSet presAssocID="{900468DC-A44A-4241-B10A-E2D21A7C9745}" presName="sibTrans" presStyleLbl="sibTrans2D1" presStyleIdx="1" presStyleCnt="3"/>
      <dgm:spPr/>
    </dgm:pt>
    <dgm:pt modelId="{203B5948-AB1C-1A47-806E-918FDD650919}" type="pres">
      <dgm:prSet presAssocID="{900468DC-A44A-4241-B10A-E2D21A7C9745}" presName="connectorText" presStyleLbl="sibTrans2D1" presStyleIdx="1" presStyleCnt="3"/>
      <dgm:spPr/>
    </dgm:pt>
    <dgm:pt modelId="{E58FC875-57D9-A443-A720-879C9C7F16D6}" type="pres">
      <dgm:prSet presAssocID="{4B5852E1-5CC3-BC40-952F-1E5DE1FB03D2}" presName="node" presStyleLbl="node1" presStyleIdx="2" presStyleCnt="4">
        <dgm:presLayoutVars>
          <dgm:bulletEnabled val="1"/>
        </dgm:presLayoutVars>
      </dgm:prSet>
      <dgm:spPr/>
    </dgm:pt>
    <dgm:pt modelId="{A5B936F1-36B3-FF47-813C-DED1A453E66C}" type="pres">
      <dgm:prSet presAssocID="{C7D3B008-3490-1E4A-A69E-9F796DD11D15}" presName="sibTrans" presStyleLbl="sibTrans2D1" presStyleIdx="2" presStyleCnt="3"/>
      <dgm:spPr/>
    </dgm:pt>
    <dgm:pt modelId="{1934D3D2-41CA-7542-B22A-7D55AC813608}" type="pres">
      <dgm:prSet presAssocID="{C7D3B008-3490-1E4A-A69E-9F796DD11D15}" presName="connectorText" presStyleLbl="sibTrans2D1" presStyleIdx="2" presStyleCnt="3"/>
      <dgm:spPr/>
    </dgm:pt>
    <dgm:pt modelId="{70A644C4-8E92-6943-B04D-76F359AD2648}" type="pres">
      <dgm:prSet presAssocID="{DE918562-1BCA-8F43-81E9-BFDA1A3F66CE}" presName="node" presStyleLbl="node1" presStyleIdx="3" presStyleCnt="4">
        <dgm:presLayoutVars>
          <dgm:bulletEnabled val="1"/>
        </dgm:presLayoutVars>
      </dgm:prSet>
      <dgm:spPr/>
    </dgm:pt>
  </dgm:ptLst>
  <dgm:cxnLst>
    <dgm:cxn modelId="{1F81F703-1658-8845-A3E0-B4A2B15EF896}" type="presOf" srcId="{B4D0E1F9-7B8A-D94C-BB58-521B7AA54C2D}" destId="{D1B8797C-607C-334B-AB3C-B84708B320D2}" srcOrd="0" destOrd="0" presId="urn:microsoft.com/office/officeart/2005/8/layout/process1"/>
    <dgm:cxn modelId="{087ACD0A-87B9-BA4C-93A8-D0486A6B06EE}" type="presOf" srcId="{900468DC-A44A-4241-B10A-E2D21A7C9745}" destId="{8577F221-6194-144E-90AF-F385F73D72A0}" srcOrd="0" destOrd="0" presId="urn:microsoft.com/office/officeart/2005/8/layout/process1"/>
    <dgm:cxn modelId="{46E7D51A-6EA3-634F-B642-C0414858A557}" type="presOf" srcId="{DE918562-1BCA-8F43-81E9-BFDA1A3F66CE}" destId="{70A644C4-8E92-6943-B04D-76F359AD2648}" srcOrd="0" destOrd="0" presId="urn:microsoft.com/office/officeart/2005/8/layout/process1"/>
    <dgm:cxn modelId="{04D6101E-94E8-3B47-A238-2F2F3F45DBCE}" srcId="{3645CD1E-21EE-E042-B3AF-ADA902B525E3}" destId="{C53A8FEA-1768-2245-AF38-ADBB5C594FCB}" srcOrd="0" destOrd="0" parTransId="{22A522E5-580A-A140-B2B2-EBA8C498F4A2}" sibTransId="{ADAFC135-4526-9748-BA6C-C8F9A03F36C7}"/>
    <dgm:cxn modelId="{08B7BB3E-280A-8B4C-A9C0-9C2764744E6B}" type="presOf" srcId="{900468DC-A44A-4241-B10A-E2D21A7C9745}" destId="{203B5948-AB1C-1A47-806E-918FDD650919}" srcOrd="1" destOrd="0" presId="urn:microsoft.com/office/officeart/2005/8/layout/process1"/>
    <dgm:cxn modelId="{87AAEA4E-1940-9345-A699-944CCE62CCA3}" type="presOf" srcId="{ADAFC135-4526-9748-BA6C-C8F9A03F36C7}" destId="{72CD8F94-B397-754C-AFF0-366B2E057B3E}" srcOrd="0" destOrd="0" presId="urn:microsoft.com/office/officeart/2005/8/layout/process1"/>
    <dgm:cxn modelId="{B566D06C-960F-4844-B4E3-AE33C7215C5A}" type="presOf" srcId="{3645CD1E-21EE-E042-B3AF-ADA902B525E3}" destId="{D092312D-90B2-374E-B6C1-CB9EE502E5A9}" srcOrd="0" destOrd="0" presId="urn:microsoft.com/office/officeart/2005/8/layout/process1"/>
    <dgm:cxn modelId="{16141272-6671-9640-9277-C1E557B5259E}" type="presOf" srcId="{C7D3B008-3490-1E4A-A69E-9F796DD11D15}" destId="{1934D3D2-41CA-7542-B22A-7D55AC813608}" srcOrd="1" destOrd="0" presId="urn:microsoft.com/office/officeart/2005/8/layout/process1"/>
    <dgm:cxn modelId="{2E36D094-A26B-684D-BBF8-31ABB72C2AF6}" srcId="{3645CD1E-21EE-E042-B3AF-ADA902B525E3}" destId="{B4D0E1F9-7B8A-D94C-BB58-521B7AA54C2D}" srcOrd="1" destOrd="0" parTransId="{E602F0E1-024A-5943-96CD-648C58745FC5}" sibTransId="{900468DC-A44A-4241-B10A-E2D21A7C9745}"/>
    <dgm:cxn modelId="{8074059B-B25E-414A-BF17-8E1E3C605DEA}" srcId="{3645CD1E-21EE-E042-B3AF-ADA902B525E3}" destId="{DE918562-1BCA-8F43-81E9-BFDA1A3F66CE}" srcOrd="3" destOrd="0" parTransId="{8E232C59-D5F4-254F-AB20-068591DD6AC4}" sibTransId="{7DBF5B1B-6846-E54F-839B-5FCABBABC1FD}"/>
    <dgm:cxn modelId="{5D8B83A2-249E-1047-BB36-79BCA8BE9084}" type="presOf" srcId="{4B5852E1-5CC3-BC40-952F-1E5DE1FB03D2}" destId="{E58FC875-57D9-A443-A720-879C9C7F16D6}" srcOrd="0" destOrd="0" presId="urn:microsoft.com/office/officeart/2005/8/layout/process1"/>
    <dgm:cxn modelId="{EC33A0A4-DB4C-C54B-8A93-8B9DB34A05DF}" type="presOf" srcId="{C53A8FEA-1768-2245-AF38-ADBB5C594FCB}" destId="{A0B35B71-3C1F-D742-BF07-2FAED650BE01}" srcOrd="0" destOrd="0" presId="urn:microsoft.com/office/officeart/2005/8/layout/process1"/>
    <dgm:cxn modelId="{97ECB4AD-E5CC-7548-A71D-6A42E4545107}" type="presOf" srcId="{C7D3B008-3490-1E4A-A69E-9F796DD11D15}" destId="{A5B936F1-36B3-FF47-813C-DED1A453E66C}" srcOrd="0" destOrd="0" presId="urn:microsoft.com/office/officeart/2005/8/layout/process1"/>
    <dgm:cxn modelId="{4953CBC3-8610-CD4B-A364-9C1DC5430F65}" srcId="{3645CD1E-21EE-E042-B3AF-ADA902B525E3}" destId="{4B5852E1-5CC3-BC40-952F-1E5DE1FB03D2}" srcOrd="2" destOrd="0" parTransId="{4EFBE252-6A86-0D41-8802-D93243F16E71}" sibTransId="{C7D3B008-3490-1E4A-A69E-9F796DD11D15}"/>
    <dgm:cxn modelId="{26DC62DF-7945-BC4F-93F5-9652BFF9B7E3}" type="presOf" srcId="{ADAFC135-4526-9748-BA6C-C8F9A03F36C7}" destId="{220BE91D-9858-9941-96EC-4C456ABC0E3F}" srcOrd="1" destOrd="0" presId="urn:microsoft.com/office/officeart/2005/8/layout/process1"/>
    <dgm:cxn modelId="{072AD8EF-7D6A-2D4C-87E2-FAA2E128C4CB}" type="presParOf" srcId="{D092312D-90B2-374E-B6C1-CB9EE502E5A9}" destId="{A0B35B71-3C1F-D742-BF07-2FAED650BE01}" srcOrd="0" destOrd="0" presId="urn:microsoft.com/office/officeart/2005/8/layout/process1"/>
    <dgm:cxn modelId="{60EDC802-1EFE-2044-8E47-835179D03A93}" type="presParOf" srcId="{D092312D-90B2-374E-B6C1-CB9EE502E5A9}" destId="{72CD8F94-B397-754C-AFF0-366B2E057B3E}" srcOrd="1" destOrd="0" presId="urn:microsoft.com/office/officeart/2005/8/layout/process1"/>
    <dgm:cxn modelId="{83AB851A-09E8-714C-9A4A-A6F82E781092}" type="presParOf" srcId="{72CD8F94-B397-754C-AFF0-366B2E057B3E}" destId="{220BE91D-9858-9941-96EC-4C456ABC0E3F}" srcOrd="0" destOrd="0" presId="urn:microsoft.com/office/officeart/2005/8/layout/process1"/>
    <dgm:cxn modelId="{271E1E36-4451-CA4F-9C2F-2E1E93F31678}" type="presParOf" srcId="{D092312D-90B2-374E-B6C1-CB9EE502E5A9}" destId="{D1B8797C-607C-334B-AB3C-B84708B320D2}" srcOrd="2" destOrd="0" presId="urn:microsoft.com/office/officeart/2005/8/layout/process1"/>
    <dgm:cxn modelId="{D75301E4-B3EE-134D-B0C9-7B41EB2398BA}" type="presParOf" srcId="{D092312D-90B2-374E-B6C1-CB9EE502E5A9}" destId="{8577F221-6194-144E-90AF-F385F73D72A0}" srcOrd="3" destOrd="0" presId="urn:microsoft.com/office/officeart/2005/8/layout/process1"/>
    <dgm:cxn modelId="{AFA7D1D4-8ED2-2945-8C2B-937F63D887F7}" type="presParOf" srcId="{8577F221-6194-144E-90AF-F385F73D72A0}" destId="{203B5948-AB1C-1A47-806E-918FDD650919}" srcOrd="0" destOrd="0" presId="urn:microsoft.com/office/officeart/2005/8/layout/process1"/>
    <dgm:cxn modelId="{FB850E43-C7E0-5840-8A70-FB059FF70D92}" type="presParOf" srcId="{D092312D-90B2-374E-B6C1-CB9EE502E5A9}" destId="{E58FC875-57D9-A443-A720-879C9C7F16D6}" srcOrd="4" destOrd="0" presId="urn:microsoft.com/office/officeart/2005/8/layout/process1"/>
    <dgm:cxn modelId="{935986CB-2659-694E-9D8B-9BDF4E68E157}" type="presParOf" srcId="{D092312D-90B2-374E-B6C1-CB9EE502E5A9}" destId="{A5B936F1-36B3-FF47-813C-DED1A453E66C}" srcOrd="5" destOrd="0" presId="urn:microsoft.com/office/officeart/2005/8/layout/process1"/>
    <dgm:cxn modelId="{893FB95E-5770-B04B-B754-073ABF963698}" type="presParOf" srcId="{A5B936F1-36B3-FF47-813C-DED1A453E66C}" destId="{1934D3D2-41CA-7542-B22A-7D55AC813608}" srcOrd="0" destOrd="0" presId="urn:microsoft.com/office/officeart/2005/8/layout/process1"/>
    <dgm:cxn modelId="{BD786F93-BEA6-A547-BDCA-5CB9CFA1BA5E}" type="presParOf" srcId="{D092312D-90B2-374E-B6C1-CB9EE502E5A9}" destId="{70A644C4-8E92-6943-B04D-76F359AD2648}"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645CD1E-21EE-E042-B3AF-ADA902B525E3}" type="doc">
      <dgm:prSet loTypeId="urn:microsoft.com/office/officeart/2005/8/layout/process1" loCatId="" qsTypeId="urn:microsoft.com/office/officeart/2005/8/quickstyle/simple1" qsCatId="simple" csTypeId="urn:microsoft.com/office/officeart/2005/8/colors/accent0_1" csCatId="mainScheme" phldr="1"/>
      <dgm:spPr/>
    </dgm:pt>
    <dgm:pt modelId="{C53A8FEA-1768-2245-AF38-ADBB5C594FCB}">
      <dgm:prSet phldrT="[Text]"/>
      <dgm:spPr/>
      <dgm:t>
        <a:bodyPr/>
        <a:lstStyle/>
        <a:p>
          <a:r>
            <a:rPr lang="en-US">
              <a:latin typeface="Nadeem" pitchFamily="2" charset="-78"/>
              <a:cs typeface="Nadeem" pitchFamily="2" charset="-78"/>
            </a:rPr>
            <a:t>Data Extraction</a:t>
          </a:r>
        </a:p>
      </dgm:t>
    </dgm:pt>
    <dgm:pt modelId="{22A522E5-580A-A140-B2B2-EBA8C498F4A2}" type="parTrans" cxnId="{04D6101E-94E8-3B47-A238-2F2F3F45DBCE}">
      <dgm:prSet/>
      <dgm:spPr/>
      <dgm:t>
        <a:bodyPr/>
        <a:lstStyle/>
        <a:p>
          <a:endParaRPr lang="en-US">
            <a:latin typeface="Nadeem" pitchFamily="2" charset="-78"/>
            <a:cs typeface="Nadeem" pitchFamily="2" charset="-78"/>
          </a:endParaRPr>
        </a:p>
      </dgm:t>
    </dgm:pt>
    <dgm:pt modelId="{ADAFC135-4526-9748-BA6C-C8F9A03F36C7}" type="sibTrans" cxnId="{04D6101E-94E8-3B47-A238-2F2F3F45DBCE}">
      <dgm:prSet/>
      <dgm:spPr>
        <a:solidFill>
          <a:schemeClr val="accent1">
            <a:lumMod val="20000"/>
            <a:lumOff val="80000"/>
          </a:schemeClr>
        </a:solidFill>
        <a:ln>
          <a:solidFill>
            <a:schemeClr val="tx1"/>
          </a:solidFill>
        </a:ln>
      </dgm:spPr>
      <dgm:t>
        <a:bodyPr/>
        <a:lstStyle/>
        <a:p>
          <a:pPr rtl="0"/>
          <a:endParaRPr lang="en-US">
            <a:latin typeface="Nadeem" pitchFamily="2" charset="-78"/>
            <a:cs typeface="Nadeem" pitchFamily="2" charset="-78"/>
          </a:endParaRPr>
        </a:p>
      </dgm:t>
    </dgm:pt>
    <dgm:pt modelId="{DE918562-1BCA-8F43-81E9-BFDA1A3F66CE}">
      <dgm:prSet phldrT="[Text]"/>
      <dgm:spPr/>
      <dgm:t>
        <a:bodyPr/>
        <a:lstStyle/>
        <a:p>
          <a:r>
            <a:rPr lang="en-US">
              <a:latin typeface="Nadeem" pitchFamily="2" charset="-78"/>
              <a:cs typeface="Nadeem" pitchFamily="2" charset="-78"/>
            </a:rPr>
            <a:t>LSTM Model</a:t>
          </a:r>
        </a:p>
      </dgm:t>
    </dgm:pt>
    <dgm:pt modelId="{8E232C59-D5F4-254F-AB20-068591DD6AC4}" type="parTrans" cxnId="{8074059B-B25E-414A-BF17-8E1E3C605DEA}">
      <dgm:prSet/>
      <dgm:spPr/>
      <dgm:t>
        <a:bodyPr/>
        <a:lstStyle/>
        <a:p>
          <a:endParaRPr lang="en-US">
            <a:latin typeface="Nadeem" pitchFamily="2" charset="-78"/>
            <a:cs typeface="Nadeem" pitchFamily="2" charset="-78"/>
          </a:endParaRPr>
        </a:p>
      </dgm:t>
    </dgm:pt>
    <dgm:pt modelId="{7DBF5B1B-6846-E54F-839B-5FCABBABC1FD}" type="sibTrans" cxnId="{8074059B-B25E-414A-BF17-8E1E3C605DEA}">
      <dgm:prSet/>
      <dgm:spPr>
        <a:solidFill>
          <a:schemeClr val="accent1">
            <a:lumMod val="20000"/>
            <a:lumOff val="80000"/>
          </a:schemeClr>
        </a:solidFill>
        <a:ln>
          <a:solidFill>
            <a:schemeClr val="tx1"/>
          </a:solidFill>
        </a:ln>
      </dgm:spPr>
      <dgm:t>
        <a:bodyPr/>
        <a:lstStyle/>
        <a:p>
          <a:pPr rtl="0"/>
          <a:endParaRPr lang="en-US">
            <a:latin typeface="Nadeem" pitchFamily="2" charset="-78"/>
            <a:cs typeface="Nadeem" pitchFamily="2" charset="-78"/>
          </a:endParaRPr>
        </a:p>
      </dgm:t>
    </dgm:pt>
    <dgm:pt modelId="{EE07424A-0C74-484A-8EAF-3F871EFFB703}">
      <dgm:prSet phldrT="[Text]"/>
      <dgm:spPr/>
      <dgm:t>
        <a:bodyPr/>
        <a:lstStyle/>
        <a:p>
          <a:r>
            <a:rPr lang="en-US">
              <a:latin typeface="Nadeem" pitchFamily="2" charset="-78"/>
              <a:cs typeface="Nadeem" pitchFamily="2" charset="-78"/>
            </a:rPr>
            <a:t>Prediction</a:t>
          </a:r>
        </a:p>
      </dgm:t>
    </dgm:pt>
    <dgm:pt modelId="{EA30323C-030E-C740-AD62-EAA4CC49A54D}" type="parTrans" cxnId="{864A4BC5-F905-1646-BF04-9BBB9BB727F5}">
      <dgm:prSet/>
      <dgm:spPr/>
      <dgm:t>
        <a:bodyPr/>
        <a:lstStyle/>
        <a:p>
          <a:endParaRPr lang="en-US">
            <a:latin typeface="Nadeem" pitchFamily="2" charset="-78"/>
            <a:cs typeface="Nadeem" pitchFamily="2" charset="-78"/>
          </a:endParaRPr>
        </a:p>
      </dgm:t>
    </dgm:pt>
    <dgm:pt modelId="{E315CA13-3A18-F047-A3B3-02AF7ABC7165}" type="sibTrans" cxnId="{864A4BC5-F905-1646-BF04-9BBB9BB727F5}">
      <dgm:prSet/>
      <dgm:spPr>
        <a:solidFill>
          <a:schemeClr val="accent1">
            <a:lumMod val="20000"/>
            <a:lumOff val="80000"/>
          </a:schemeClr>
        </a:solidFill>
        <a:ln>
          <a:solidFill>
            <a:schemeClr val="tx1"/>
          </a:solidFill>
        </a:ln>
      </dgm:spPr>
      <dgm:t>
        <a:bodyPr/>
        <a:lstStyle/>
        <a:p>
          <a:pPr rtl="0"/>
          <a:endParaRPr lang="en-US">
            <a:latin typeface="Nadeem" pitchFamily="2" charset="-78"/>
            <a:cs typeface="Nadeem" pitchFamily="2" charset="-78"/>
          </a:endParaRPr>
        </a:p>
      </dgm:t>
    </dgm:pt>
    <dgm:pt modelId="{B4D0E1F9-7B8A-D94C-BB58-521B7AA54C2D}">
      <dgm:prSet/>
      <dgm:spPr/>
      <dgm:t>
        <a:bodyPr/>
        <a:lstStyle/>
        <a:p>
          <a:r>
            <a:rPr lang="en-US">
              <a:latin typeface="Nadeem" pitchFamily="2" charset="-78"/>
              <a:cs typeface="Nadeem" pitchFamily="2" charset="-78"/>
            </a:rPr>
            <a:t>Preprocessing</a:t>
          </a:r>
        </a:p>
      </dgm:t>
    </dgm:pt>
    <dgm:pt modelId="{E602F0E1-024A-5943-96CD-648C58745FC5}" type="parTrans" cxnId="{2E36D094-A26B-684D-BBF8-31ABB72C2AF6}">
      <dgm:prSet/>
      <dgm:spPr/>
      <dgm:t>
        <a:bodyPr/>
        <a:lstStyle/>
        <a:p>
          <a:endParaRPr lang="en-US">
            <a:latin typeface="Nadeem" pitchFamily="2" charset="-78"/>
            <a:cs typeface="Nadeem" pitchFamily="2" charset="-78"/>
          </a:endParaRPr>
        </a:p>
      </dgm:t>
    </dgm:pt>
    <dgm:pt modelId="{900468DC-A44A-4241-B10A-E2D21A7C9745}" type="sibTrans" cxnId="{2E36D094-A26B-684D-BBF8-31ABB72C2AF6}">
      <dgm:prSet/>
      <dgm:spPr>
        <a:solidFill>
          <a:schemeClr val="accent1">
            <a:lumMod val="20000"/>
            <a:lumOff val="80000"/>
          </a:schemeClr>
        </a:solidFill>
        <a:ln>
          <a:solidFill>
            <a:schemeClr val="tx1"/>
          </a:solidFill>
        </a:ln>
      </dgm:spPr>
      <dgm:t>
        <a:bodyPr/>
        <a:lstStyle/>
        <a:p>
          <a:pPr rtl="0"/>
          <a:endParaRPr lang="en-US">
            <a:latin typeface="Nadeem" pitchFamily="2" charset="-78"/>
            <a:cs typeface="Nadeem" pitchFamily="2" charset="-78"/>
          </a:endParaRPr>
        </a:p>
      </dgm:t>
    </dgm:pt>
    <dgm:pt modelId="{4B5852E1-5CC3-BC40-952F-1E5DE1FB03D2}">
      <dgm:prSet/>
      <dgm:spPr/>
      <dgm:t>
        <a:bodyPr/>
        <a:lstStyle/>
        <a:p>
          <a:r>
            <a:rPr lang="en-US">
              <a:latin typeface="Nadeem" pitchFamily="2" charset="-78"/>
              <a:cs typeface="Nadeem" pitchFamily="2" charset="-78"/>
            </a:rPr>
            <a:t>Sequence Construction</a:t>
          </a:r>
        </a:p>
      </dgm:t>
    </dgm:pt>
    <dgm:pt modelId="{4EFBE252-6A86-0D41-8802-D93243F16E71}" type="parTrans" cxnId="{4953CBC3-8610-CD4B-A364-9C1DC5430F65}">
      <dgm:prSet/>
      <dgm:spPr/>
      <dgm:t>
        <a:bodyPr/>
        <a:lstStyle/>
        <a:p>
          <a:endParaRPr lang="en-US">
            <a:latin typeface="Nadeem" pitchFamily="2" charset="-78"/>
            <a:cs typeface="Nadeem" pitchFamily="2" charset="-78"/>
          </a:endParaRPr>
        </a:p>
      </dgm:t>
    </dgm:pt>
    <dgm:pt modelId="{C7D3B008-3490-1E4A-A69E-9F796DD11D15}" type="sibTrans" cxnId="{4953CBC3-8610-CD4B-A364-9C1DC5430F65}">
      <dgm:prSet/>
      <dgm:spPr>
        <a:solidFill>
          <a:schemeClr val="accent1">
            <a:lumMod val="20000"/>
            <a:lumOff val="80000"/>
          </a:schemeClr>
        </a:solidFill>
        <a:ln>
          <a:solidFill>
            <a:schemeClr val="tx1"/>
          </a:solidFill>
        </a:ln>
      </dgm:spPr>
      <dgm:t>
        <a:bodyPr/>
        <a:lstStyle/>
        <a:p>
          <a:pPr rtl="0"/>
          <a:endParaRPr lang="en-US">
            <a:latin typeface="Nadeem" pitchFamily="2" charset="-78"/>
            <a:cs typeface="Nadeem" pitchFamily="2" charset="-78"/>
          </a:endParaRPr>
        </a:p>
      </dgm:t>
    </dgm:pt>
    <dgm:pt modelId="{0C9E08C3-BACA-2C44-B4C3-A60AC4F84C5B}">
      <dgm:prSet/>
      <dgm:spPr/>
      <dgm:t>
        <a:bodyPr/>
        <a:lstStyle/>
        <a:p>
          <a:r>
            <a:rPr lang="en-US">
              <a:latin typeface="Nadeem" pitchFamily="2" charset="-78"/>
              <a:cs typeface="Nadeem" pitchFamily="2" charset="-78"/>
            </a:rPr>
            <a:t>Evaluation &amp; Visualization</a:t>
          </a:r>
        </a:p>
      </dgm:t>
    </dgm:pt>
    <dgm:pt modelId="{6F2AC85B-BECA-8542-9F20-2EC38F4B012F}" type="parTrans" cxnId="{9B1FFD10-031C-5743-8F28-3B03260CD209}">
      <dgm:prSet/>
      <dgm:spPr/>
      <dgm:t>
        <a:bodyPr/>
        <a:lstStyle/>
        <a:p>
          <a:endParaRPr lang="en-US">
            <a:latin typeface="Nadeem" pitchFamily="2" charset="-78"/>
            <a:cs typeface="Nadeem" pitchFamily="2" charset="-78"/>
          </a:endParaRPr>
        </a:p>
      </dgm:t>
    </dgm:pt>
    <dgm:pt modelId="{6D1D6CAA-4164-724A-97D3-AE93B695BAFF}" type="sibTrans" cxnId="{9B1FFD10-031C-5743-8F28-3B03260CD209}">
      <dgm:prSet/>
      <dgm:spPr/>
      <dgm:t>
        <a:bodyPr/>
        <a:lstStyle/>
        <a:p>
          <a:endParaRPr lang="en-US">
            <a:latin typeface="Nadeem" pitchFamily="2" charset="-78"/>
            <a:cs typeface="Nadeem" pitchFamily="2" charset="-78"/>
          </a:endParaRPr>
        </a:p>
      </dgm:t>
    </dgm:pt>
    <dgm:pt modelId="{D092312D-90B2-374E-B6C1-CB9EE502E5A9}" type="pres">
      <dgm:prSet presAssocID="{3645CD1E-21EE-E042-B3AF-ADA902B525E3}" presName="Name0" presStyleCnt="0">
        <dgm:presLayoutVars>
          <dgm:dir/>
          <dgm:resizeHandles val="exact"/>
        </dgm:presLayoutVars>
      </dgm:prSet>
      <dgm:spPr/>
    </dgm:pt>
    <dgm:pt modelId="{A0B35B71-3C1F-D742-BF07-2FAED650BE01}" type="pres">
      <dgm:prSet presAssocID="{C53A8FEA-1768-2245-AF38-ADBB5C594FCB}" presName="node" presStyleLbl="node1" presStyleIdx="0" presStyleCnt="6">
        <dgm:presLayoutVars>
          <dgm:bulletEnabled val="1"/>
        </dgm:presLayoutVars>
      </dgm:prSet>
      <dgm:spPr/>
    </dgm:pt>
    <dgm:pt modelId="{72CD8F94-B397-754C-AFF0-366B2E057B3E}" type="pres">
      <dgm:prSet presAssocID="{ADAFC135-4526-9748-BA6C-C8F9A03F36C7}" presName="sibTrans" presStyleLbl="sibTrans2D1" presStyleIdx="0" presStyleCnt="5"/>
      <dgm:spPr/>
    </dgm:pt>
    <dgm:pt modelId="{220BE91D-9858-9941-96EC-4C456ABC0E3F}" type="pres">
      <dgm:prSet presAssocID="{ADAFC135-4526-9748-BA6C-C8F9A03F36C7}" presName="connectorText" presStyleLbl="sibTrans2D1" presStyleIdx="0" presStyleCnt="5"/>
      <dgm:spPr/>
    </dgm:pt>
    <dgm:pt modelId="{D1B8797C-607C-334B-AB3C-B84708B320D2}" type="pres">
      <dgm:prSet presAssocID="{B4D0E1F9-7B8A-D94C-BB58-521B7AA54C2D}" presName="node" presStyleLbl="node1" presStyleIdx="1" presStyleCnt="6">
        <dgm:presLayoutVars>
          <dgm:bulletEnabled val="1"/>
        </dgm:presLayoutVars>
      </dgm:prSet>
      <dgm:spPr/>
    </dgm:pt>
    <dgm:pt modelId="{8577F221-6194-144E-90AF-F385F73D72A0}" type="pres">
      <dgm:prSet presAssocID="{900468DC-A44A-4241-B10A-E2D21A7C9745}" presName="sibTrans" presStyleLbl="sibTrans2D1" presStyleIdx="1" presStyleCnt="5"/>
      <dgm:spPr/>
    </dgm:pt>
    <dgm:pt modelId="{203B5948-AB1C-1A47-806E-918FDD650919}" type="pres">
      <dgm:prSet presAssocID="{900468DC-A44A-4241-B10A-E2D21A7C9745}" presName="connectorText" presStyleLbl="sibTrans2D1" presStyleIdx="1" presStyleCnt="5"/>
      <dgm:spPr/>
    </dgm:pt>
    <dgm:pt modelId="{E58FC875-57D9-A443-A720-879C9C7F16D6}" type="pres">
      <dgm:prSet presAssocID="{4B5852E1-5CC3-BC40-952F-1E5DE1FB03D2}" presName="node" presStyleLbl="node1" presStyleIdx="2" presStyleCnt="6">
        <dgm:presLayoutVars>
          <dgm:bulletEnabled val="1"/>
        </dgm:presLayoutVars>
      </dgm:prSet>
      <dgm:spPr/>
    </dgm:pt>
    <dgm:pt modelId="{A5B936F1-36B3-FF47-813C-DED1A453E66C}" type="pres">
      <dgm:prSet presAssocID="{C7D3B008-3490-1E4A-A69E-9F796DD11D15}" presName="sibTrans" presStyleLbl="sibTrans2D1" presStyleIdx="2" presStyleCnt="5"/>
      <dgm:spPr/>
    </dgm:pt>
    <dgm:pt modelId="{1934D3D2-41CA-7542-B22A-7D55AC813608}" type="pres">
      <dgm:prSet presAssocID="{C7D3B008-3490-1E4A-A69E-9F796DD11D15}" presName="connectorText" presStyleLbl="sibTrans2D1" presStyleIdx="2" presStyleCnt="5"/>
      <dgm:spPr/>
    </dgm:pt>
    <dgm:pt modelId="{70A644C4-8E92-6943-B04D-76F359AD2648}" type="pres">
      <dgm:prSet presAssocID="{DE918562-1BCA-8F43-81E9-BFDA1A3F66CE}" presName="node" presStyleLbl="node1" presStyleIdx="3" presStyleCnt="6">
        <dgm:presLayoutVars>
          <dgm:bulletEnabled val="1"/>
        </dgm:presLayoutVars>
      </dgm:prSet>
      <dgm:spPr/>
    </dgm:pt>
    <dgm:pt modelId="{4147CE74-ACAA-CD46-B59F-2CB4BE23CF56}" type="pres">
      <dgm:prSet presAssocID="{7DBF5B1B-6846-E54F-839B-5FCABBABC1FD}" presName="sibTrans" presStyleLbl="sibTrans2D1" presStyleIdx="3" presStyleCnt="5"/>
      <dgm:spPr/>
    </dgm:pt>
    <dgm:pt modelId="{3048B015-8507-5841-9F48-5EE60E9167DD}" type="pres">
      <dgm:prSet presAssocID="{7DBF5B1B-6846-E54F-839B-5FCABBABC1FD}" presName="connectorText" presStyleLbl="sibTrans2D1" presStyleIdx="3" presStyleCnt="5"/>
      <dgm:spPr/>
    </dgm:pt>
    <dgm:pt modelId="{9AD4C349-E64B-4043-9BB3-FC92741695E4}" type="pres">
      <dgm:prSet presAssocID="{EE07424A-0C74-484A-8EAF-3F871EFFB703}" presName="node" presStyleLbl="node1" presStyleIdx="4" presStyleCnt="6">
        <dgm:presLayoutVars>
          <dgm:bulletEnabled val="1"/>
        </dgm:presLayoutVars>
      </dgm:prSet>
      <dgm:spPr/>
    </dgm:pt>
    <dgm:pt modelId="{988BBFA2-845F-FA44-BB0C-2F6E1F1DBCF8}" type="pres">
      <dgm:prSet presAssocID="{E315CA13-3A18-F047-A3B3-02AF7ABC7165}" presName="sibTrans" presStyleLbl="sibTrans2D1" presStyleIdx="4" presStyleCnt="5"/>
      <dgm:spPr/>
    </dgm:pt>
    <dgm:pt modelId="{55906273-93F1-A342-8CE4-8363771FF19F}" type="pres">
      <dgm:prSet presAssocID="{E315CA13-3A18-F047-A3B3-02AF7ABC7165}" presName="connectorText" presStyleLbl="sibTrans2D1" presStyleIdx="4" presStyleCnt="5"/>
      <dgm:spPr/>
    </dgm:pt>
    <dgm:pt modelId="{BBF9855D-5AF2-534E-BE3B-1A72E2A8644E}" type="pres">
      <dgm:prSet presAssocID="{0C9E08C3-BACA-2C44-B4C3-A60AC4F84C5B}" presName="node" presStyleLbl="node1" presStyleIdx="5" presStyleCnt="6">
        <dgm:presLayoutVars>
          <dgm:bulletEnabled val="1"/>
        </dgm:presLayoutVars>
      </dgm:prSet>
      <dgm:spPr/>
    </dgm:pt>
  </dgm:ptLst>
  <dgm:cxnLst>
    <dgm:cxn modelId="{727CB600-6975-8D4C-A270-D5847F44A84F}" type="presOf" srcId="{E315CA13-3A18-F047-A3B3-02AF7ABC7165}" destId="{988BBFA2-845F-FA44-BB0C-2F6E1F1DBCF8}" srcOrd="0" destOrd="0" presId="urn:microsoft.com/office/officeart/2005/8/layout/process1"/>
    <dgm:cxn modelId="{1F81F703-1658-8845-A3E0-B4A2B15EF896}" type="presOf" srcId="{B4D0E1F9-7B8A-D94C-BB58-521B7AA54C2D}" destId="{D1B8797C-607C-334B-AB3C-B84708B320D2}" srcOrd="0" destOrd="0" presId="urn:microsoft.com/office/officeart/2005/8/layout/process1"/>
    <dgm:cxn modelId="{087ACD0A-87B9-BA4C-93A8-D0486A6B06EE}" type="presOf" srcId="{900468DC-A44A-4241-B10A-E2D21A7C9745}" destId="{8577F221-6194-144E-90AF-F385F73D72A0}" srcOrd="0" destOrd="0" presId="urn:microsoft.com/office/officeart/2005/8/layout/process1"/>
    <dgm:cxn modelId="{9B1FFD10-031C-5743-8F28-3B03260CD209}" srcId="{3645CD1E-21EE-E042-B3AF-ADA902B525E3}" destId="{0C9E08C3-BACA-2C44-B4C3-A60AC4F84C5B}" srcOrd="5" destOrd="0" parTransId="{6F2AC85B-BECA-8542-9F20-2EC38F4B012F}" sibTransId="{6D1D6CAA-4164-724A-97D3-AE93B695BAFF}"/>
    <dgm:cxn modelId="{46E7D51A-6EA3-634F-B642-C0414858A557}" type="presOf" srcId="{DE918562-1BCA-8F43-81E9-BFDA1A3F66CE}" destId="{70A644C4-8E92-6943-B04D-76F359AD2648}" srcOrd="0" destOrd="0" presId="urn:microsoft.com/office/officeart/2005/8/layout/process1"/>
    <dgm:cxn modelId="{04D6101E-94E8-3B47-A238-2F2F3F45DBCE}" srcId="{3645CD1E-21EE-E042-B3AF-ADA902B525E3}" destId="{C53A8FEA-1768-2245-AF38-ADBB5C594FCB}" srcOrd="0" destOrd="0" parTransId="{22A522E5-580A-A140-B2B2-EBA8C498F4A2}" sibTransId="{ADAFC135-4526-9748-BA6C-C8F9A03F36C7}"/>
    <dgm:cxn modelId="{08B7BB3E-280A-8B4C-A9C0-9C2764744E6B}" type="presOf" srcId="{900468DC-A44A-4241-B10A-E2D21A7C9745}" destId="{203B5948-AB1C-1A47-806E-918FDD650919}" srcOrd="1" destOrd="0" presId="urn:microsoft.com/office/officeart/2005/8/layout/process1"/>
    <dgm:cxn modelId="{87AAEA4E-1940-9345-A699-944CCE62CCA3}" type="presOf" srcId="{ADAFC135-4526-9748-BA6C-C8F9A03F36C7}" destId="{72CD8F94-B397-754C-AFF0-366B2E057B3E}" srcOrd="0" destOrd="0" presId="urn:microsoft.com/office/officeart/2005/8/layout/process1"/>
    <dgm:cxn modelId="{3E1B1B56-A7F7-2B45-91EC-3AF7501B043C}" type="presOf" srcId="{0C9E08C3-BACA-2C44-B4C3-A60AC4F84C5B}" destId="{BBF9855D-5AF2-534E-BE3B-1A72E2A8644E}" srcOrd="0" destOrd="0" presId="urn:microsoft.com/office/officeart/2005/8/layout/process1"/>
    <dgm:cxn modelId="{340FC157-AC83-3C4C-92D3-D54CF19943FF}" type="presOf" srcId="{7DBF5B1B-6846-E54F-839B-5FCABBABC1FD}" destId="{3048B015-8507-5841-9F48-5EE60E9167DD}" srcOrd="1" destOrd="0" presId="urn:microsoft.com/office/officeart/2005/8/layout/process1"/>
    <dgm:cxn modelId="{8E3F715C-15D0-FD47-976E-0C262CFD16DF}" type="presOf" srcId="{7DBF5B1B-6846-E54F-839B-5FCABBABC1FD}" destId="{4147CE74-ACAA-CD46-B59F-2CB4BE23CF56}" srcOrd="0" destOrd="0" presId="urn:microsoft.com/office/officeart/2005/8/layout/process1"/>
    <dgm:cxn modelId="{B566D06C-960F-4844-B4E3-AE33C7215C5A}" type="presOf" srcId="{3645CD1E-21EE-E042-B3AF-ADA902B525E3}" destId="{D092312D-90B2-374E-B6C1-CB9EE502E5A9}" srcOrd="0" destOrd="0" presId="urn:microsoft.com/office/officeart/2005/8/layout/process1"/>
    <dgm:cxn modelId="{16141272-6671-9640-9277-C1E557B5259E}" type="presOf" srcId="{C7D3B008-3490-1E4A-A69E-9F796DD11D15}" destId="{1934D3D2-41CA-7542-B22A-7D55AC813608}" srcOrd="1" destOrd="0" presId="urn:microsoft.com/office/officeart/2005/8/layout/process1"/>
    <dgm:cxn modelId="{2E36D094-A26B-684D-BBF8-31ABB72C2AF6}" srcId="{3645CD1E-21EE-E042-B3AF-ADA902B525E3}" destId="{B4D0E1F9-7B8A-D94C-BB58-521B7AA54C2D}" srcOrd="1" destOrd="0" parTransId="{E602F0E1-024A-5943-96CD-648C58745FC5}" sibTransId="{900468DC-A44A-4241-B10A-E2D21A7C9745}"/>
    <dgm:cxn modelId="{8074059B-B25E-414A-BF17-8E1E3C605DEA}" srcId="{3645CD1E-21EE-E042-B3AF-ADA902B525E3}" destId="{DE918562-1BCA-8F43-81E9-BFDA1A3F66CE}" srcOrd="3" destOrd="0" parTransId="{8E232C59-D5F4-254F-AB20-068591DD6AC4}" sibTransId="{7DBF5B1B-6846-E54F-839B-5FCABBABC1FD}"/>
    <dgm:cxn modelId="{5D8B83A2-249E-1047-BB36-79BCA8BE9084}" type="presOf" srcId="{4B5852E1-5CC3-BC40-952F-1E5DE1FB03D2}" destId="{E58FC875-57D9-A443-A720-879C9C7F16D6}" srcOrd="0" destOrd="0" presId="urn:microsoft.com/office/officeart/2005/8/layout/process1"/>
    <dgm:cxn modelId="{EC33A0A4-DB4C-C54B-8A93-8B9DB34A05DF}" type="presOf" srcId="{C53A8FEA-1768-2245-AF38-ADBB5C594FCB}" destId="{A0B35B71-3C1F-D742-BF07-2FAED650BE01}" srcOrd="0" destOrd="0" presId="urn:microsoft.com/office/officeart/2005/8/layout/process1"/>
    <dgm:cxn modelId="{97ECB4AD-E5CC-7548-A71D-6A42E4545107}" type="presOf" srcId="{C7D3B008-3490-1E4A-A69E-9F796DD11D15}" destId="{A5B936F1-36B3-FF47-813C-DED1A453E66C}" srcOrd="0" destOrd="0" presId="urn:microsoft.com/office/officeart/2005/8/layout/process1"/>
    <dgm:cxn modelId="{AEB874BB-98BF-8447-AD3B-2D881524FB1D}" type="presOf" srcId="{EE07424A-0C74-484A-8EAF-3F871EFFB703}" destId="{9AD4C349-E64B-4043-9BB3-FC92741695E4}" srcOrd="0" destOrd="0" presId="urn:microsoft.com/office/officeart/2005/8/layout/process1"/>
    <dgm:cxn modelId="{4953CBC3-8610-CD4B-A364-9C1DC5430F65}" srcId="{3645CD1E-21EE-E042-B3AF-ADA902B525E3}" destId="{4B5852E1-5CC3-BC40-952F-1E5DE1FB03D2}" srcOrd="2" destOrd="0" parTransId="{4EFBE252-6A86-0D41-8802-D93243F16E71}" sibTransId="{C7D3B008-3490-1E4A-A69E-9F796DD11D15}"/>
    <dgm:cxn modelId="{864A4BC5-F905-1646-BF04-9BBB9BB727F5}" srcId="{3645CD1E-21EE-E042-B3AF-ADA902B525E3}" destId="{EE07424A-0C74-484A-8EAF-3F871EFFB703}" srcOrd="4" destOrd="0" parTransId="{EA30323C-030E-C740-AD62-EAA4CC49A54D}" sibTransId="{E315CA13-3A18-F047-A3B3-02AF7ABC7165}"/>
    <dgm:cxn modelId="{26DC62DF-7945-BC4F-93F5-9652BFF9B7E3}" type="presOf" srcId="{ADAFC135-4526-9748-BA6C-C8F9A03F36C7}" destId="{220BE91D-9858-9941-96EC-4C456ABC0E3F}" srcOrd="1" destOrd="0" presId="urn:microsoft.com/office/officeart/2005/8/layout/process1"/>
    <dgm:cxn modelId="{26C8B5FE-DD6A-6A4D-9654-5F0CEC7A0C99}" type="presOf" srcId="{E315CA13-3A18-F047-A3B3-02AF7ABC7165}" destId="{55906273-93F1-A342-8CE4-8363771FF19F}" srcOrd="1" destOrd="0" presId="urn:microsoft.com/office/officeart/2005/8/layout/process1"/>
    <dgm:cxn modelId="{072AD8EF-7D6A-2D4C-87E2-FAA2E128C4CB}" type="presParOf" srcId="{D092312D-90B2-374E-B6C1-CB9EE502E5A9}" destId="{A0B35B71-3C1F-D742-BF07-2FAED650BE01}" srcOrd="0" destOrd="0" presId="urn:microsoft.com/office/officeart/2005/8/layout/process1"/>
    <dgm:cxn modelId="{60EDC802-1EFE-2044-8E47-835179D03A93}" type="presParOf" srcId="{D092312D-90B2-374E-B6C1-CB9EE502E5A9}" destId="{72CD8F94-B397-754C-AFF0-366B2E057B3E}" srcOrd="1" destOrd="0" presId="urn:microsoft.com/office/officeart/2005/8/layout/process1"/>
    <dgm:cxn modelId="{83AB851A-09E8-714C-9A4A-A6F82E781092}" type="presParOf" srcId="{72CD8F94-B397-754C-AFF0-366B2E057B3E}" destId="{220BE91D-9858-9941-96EC-4C456ABC0E3F}" srcOrd="0" destOrd="0" presId="urn:microsoft.com/office/officeart/2005/8/layout/process1"/>
    <dgm:cxn modelId="{271E1E36-4451-CA4F-9C2F-2E1E93F31678}" type="presParOf" srcId="{D092312D-90B2-374E-B6C1-CB9EE502E5A9}" destId="{D1B8797C-607C-334B-AB3C-B84708B320D2}" srcOrd="2" destOrd="0" presId="urn:microsoft.com/office/officeart/2005/8/layout/process1"/>
    <dgm:cxn modelId="{D75301E4-B3EE-134D-B0C9-7B41EB2398BA}" type="presParOf" srcId="{D092312D-90B2-374E-B6C1-CB9EE502E5A9}" destId="{8577F221-6194-144E-90AF-F385F73D72A0}" srcOrd="3" destOrd="0" presId="urn:microsoft.com/office/officeart/2005/8/layout/process1"/>
    <dgm:cxn modelId="{AFA7D1D4-8ED2-2945-8C2B-937F63D887F7}" type="presParOf" srcId="{8577F221-6194-144E-90AF-F385F73D72A0}" destId="{203B5948-AB1C-1A47-806E-918FDD650919}" srcOrd="0" destOrd="0" presId="urn:microsoft.com/office/officeart/2005/8/layout/process1"/>
    <dgm:cxn modelId="{FB850E43-C7E0-5840-8A70-FB059FF70D92}" type="presParOf" srcId="{D092312D-90B2-374E-B6C1-CB9EE502E5A9}" destId="{E58FC875-57D9-A443-A720-879C9C7F16D6}" srcOrd="4" destOrd="0" presId="urn:microsoft.com/office/officeart/2005/8/layout/process1"/>
    <dgm:cxn modelId="{935986CB-2659-694E-9D8B-9BDF4E68E157}" type="presParOf" srcId="{D092312D-90B2-374E-B6C1-CB9EE502E5A9}" destId="{A5B936F1-36B3-FF47-813C-DED1A453E66C}" srcOrd="5" destOrd="0" presId="urn:microsoft.com/office/officeart/2005/8/layout/process1"/>
    <dgm:cxn modelId="{893FB95E-5770-B04B-B754-073ABF963698}" type="presParOf" srcId="{A5B936F1-36B3-FF47-813C-DED1A453E66C}" destId="{1934D3D2-41CA-7542-B22A-7D55AC813608}" srcOrd="0" destOrd="0" presId="urn:microsoft.com/office/officeart/2005/8/layout/process1"/>
    <dgm:cxn modelId="{BD786F93-BEA6-A547-BDCA-5CB9CFA1BA5E}" type="presParOf" srcId="{D092312D-90B2-374E-B6C1-CB9EE502E5A9}" destId="{70A644C4-8E92-6943-B04D-76F359AD2648}" srcOrd="6" destOrd="0" presId="urn:microsoft.com/office/officeart/2005/8/layout/process1"/>
    <dgm:cxn modelId="{FDB16764-AE70-D14A-84F7-8E8C88012EB7}" type="presParOf" srcId="{D092312D-90B2-374E-B6C1-CB9EE502E5A9}" destId="{4147CE74-ACAA-CD46-B59F-2CB4BE23CF56}" srcOrd="7" destOrd="0" presId="urn:microsoft.com/office/officeart/2005/8/layout/process1"/>
    <dgm:cxn modelId="{86CAE65B-9309-1B44-9D6F-53438B2847C5}" type="presParOf" srcId="{4147CE74-ACAA-CD46-B59F-2CB4BE23CF56}" destId="{3048B015-8507-5841-9F48-5EE60E9167DD}" srcOrd="0" destOrd="0" presId="urn:microsoft.com/office/officeart/2005/8/layout/process1"/>
    <dgm:cxn modelId="{63B83406-78FC-744F-A866-00CC1A815AF6}" type="presParOf" srcId="{D092312D-90B2-374E-B6C1-CB9EE502E5A9}" destId="{9AD4C349-E64B-4043-9BB3-FC92741695E4}" srcOrd="8" destOrd="0" presId="urn:microsoft.com/office/officeart/2005/8/layout/process1"/>
    <dgm:cxn modelId="{225D0298-0A13-1E47-AEC1-4CB4FE0951A3}" type="presParOf" srcId="{D092312D-90B2-374E-B6C1-CB9EE502E5A9}" destId="{988BBFA2-845F-FA44-BB0C-2F6E1F1DBCF8}" srcOrd="9" destOrd="0" presId="urn:microsoft.com/office/officeart/2005/8/layout/process1"/>
    <dgm:cxn modelId="{8BF71ECD-B203-5F4A-BB22-701BE2ED3AA9}" type="presParOf" srcId="{988BBFA2-845F-FA44-BB0C-2F6E1F1DBCF8}" destId="{55906273-93F1-A342-8CE4-8363771FF19F}" srcOrd="0" destOrd="0" presId="urn:microsoft.com/office/officeart/2005/8/layout/process1"/>
    <dgm:cxn modelId="{C9E94A7E-ECAC-5E4E-9C0B-771F2D700BB0}" type="presParOf" srcId="{D092312D-90B2-374E-B6C1-CB9EE502E5A9}" destId="{BBF9855D-5AF2-534E-BE3B-1A72E2A8644E}"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441D226-B2A5-7949-A6E3-ADA45FDC30B2}" type="doc">
      <dgm:prSet loTypeId="urn:microsoft.com/office/officeart/2005/8/layout/StepDownProcess" loCatId="" qsTypeId="urn:microsoft.com/office/officeart/2005/8/quickstyle/simple1" qsCatId="simple" csTypeId="urn:microsoft.com/office/officeart/2005/8/colors/accent0_1" csCatId="mainScheme" phldr="1"/>
      <dgm:spPr/>
      <dgm:t>
        <a:bodyPr/>
        <a:lstStyle/>
        <a:p>
          <a:endParaRPr lang="en-US"/>
        </a:p>
      </dgm:t>
    </dgm:pt>
    <dgm:pt modelId="{483F8E6A-989F-404E-85A5-6A15DDCB6EE8}">
      <dgm:prSet phldrT="[Text]" custT="1"/>
      <dgm:spPr/>
      <dgm:t>
        <a:bodyPr/>
        <a:lstStyle/>
        <a:p>
          <a:pPr rtl="0"/>
          <a:r>
            <a:rPr lang="en-US" sz="1400" dirty="0">
              <a:latin typeface="Nadeem" pitchFamily="2" charset="-78"/>
              <a:cs typeface="Nadeem" pitchFamily="2" charset="-78"/>
            </a:rPr>
            <a:t>Satellite Data</a:t>
          </a:r>
        </a:p>
      </dgm:t>
    </dgm:pt>
    <dgm:pt modelId="{0510FD8C-A480-434F-BF88-B92F2C891832}" type="parTrans" cxnId="{5C8F6C87-1EEA-FA45-B560-9594E8E6FA8C}">
      <dgm:prSet/>
      <dgm:spPr/>
      <dgm:t>
        <a:bodyPr/>
        <a:lstStyle/>
        <a:p>
          <a:endParaRPr lang="en-US" sz="1400">
            <a:latin typeface="Nadeem" pitchFamily="2" charset="-78"/>
            <a:cs typeface="Nadeem" pitchFamily="2" charset="-78"/>
          </a:endParaRPr>
        </a:p>
      </dgm:t>
    </dgm:pt>
    <dgm:pt modelId="{DF59527F-A484-A74F-8A89-10F29C880554}" type="sibTrans" cxnId="{5C8F6C87-1EEA-FA45-B560-9594E8E6FA8C}">
      <dgm:prSet/>
      <dgm:spPr/>
      <dgm:t>
        <a:bodyPr/>
        <a:lstStyle/>
        <a:p>
          <a:endParaRPr lang="en-US" sz="1400">
            <a:latin typeface="Nadeem" pitchFamily="2" charset="-78"/>
            <a:cs typeface="Nadeem" pitchFamily="2" charset="-78"/>
          </a:endParaRPr>
        </a:p>
      </dgm:t>
    </dgm:pt>
    <dgm:pt modelId="{C38B32C9-38D6-3041-892D-0FC95D54249B}">
      <dgm:prSet phldrT="[Text]" custT="1"/>
      <dgm:spPr/>
      <dgm:t>
        <a:bodyPr/>
        <a:lstStyle/>
        <a:p>
          <a:pPr rtl="0"/>
          <a:r>
            <a:rPr lang="en-US" sz="1400" dirty="0">
              <a:latin typeface="Nadeem" pitchFamily="2" charset="-78"/>
              <a:cs typeface="Nadeem" pitchFamily="2" charset="-78"/>
            </a:rPr>
            <a:t>Data Cleaning </a:t>
          </a:r>
        </a:p>
      </dgm:t>
    </dgm:pt>
    <dgm:pt modelId="{3021F09B-9FE8-0742-B3B3-57E1B5D32B4D}" type="parTrans" cxnId="{33A72B90-8702-F64E-A29D-91554962DDC0}">
      <dgm:prSet/>
      <dgm:spPr/>
      <dgm:t>
        <a:bodyPr/>
        <a:lstStyle/>
        <a:p>
          <a:endParaRPr lang="en-US" sz="1400">
            <a:latin typeface="Nadeem" pitchFamily="2" charset="-78"/>
            <a:cs typeface="Nadeem" pitchFamily="2" charset="-78"/>
          </a:endParaRPr>
        </a:p>
      </dgm:t>
    </dgm:pt>
    <dgm:pt modelId="{42165E9C-4A35-204A-85B2-0359DB247582}" type="sibTrans" cxnId="{33A72B90-8702-F64E-A29D-91554962DDC0}">
      <dgm:prSet/>
      <dgm:spPr/>
      <dgm:t>
        <a:bodyPr/>
        <a:lstStyle/>
        <a:p>
          <a:endParaRPr lang="en-US" sz="1400">
            <a:latin typeface="Nadeem" pitchFamily="2" charset="-78"/>
            <a:cs typeface="Nadeem" pitchFamily="2" charset="-78"/>
          </a:endParaRPr>
        </a:p>
      </dgm:t>
    </dgm:pt>
    <dgm:pt modelId="{339299D9-252D-654C-833B-00F9EB94FD54}">
      <dgm:prSet phldrT="[Text]" custT="1"/>
      <dgm:spPr/>
      <dgm:t>
        <a:bodyPr/>
        <a:lstStyle/>
        <a:p>
          <a:pPr rtl="0"/>
          <a:r>
            <a:rPr lang="en-US" sz="1400" dirty="0">
              <a:latin typeface="Nadeem" pitchFamily="2" charset="-78"/>
              <a:cs typeface="Nadeem" pitchFamily="2" charset="-78"/>
            </a:rPr>
            <a:t>Feature Engineering</a:t>
          </a:r>
        </a:p>
      </dgm:t>
    </dgm:pt>
    <dgm:pt modelId="{375D41D2-0462-F54B-ADB5-016E40547711}" type="parTrans" cxnId="{DC0FECA9-BE01-1C40-B41F-C947870A4594}">
      <dgm:prSet/>
      <dgm:spPr/>
      <dgm:t>
        <a:bodyPr/>
        <a:lstStyle/>
        <a:p>
          <a:endParaRPr lang="en-US" sz="1400">
            <a:latin typeface="Nadeem" pitchFamily="2" charset="-78"/>
            <a:cs typeface="Nadeem" pitchFamily="2" charset="-78"/>
          </a:endParaRPr>
        </a:p>
      </dgm:t>
    </dgm:pt>
    <dgm:pt modelId="{88AAA730-65AA-2A41-9C37-91D0FF23A9B1}" type="sibTrans" cxnId="{DC0FECA9-BE01-1C40-B41F-C947870A4594}">
      <dgm:prSet/>
      <dgm:spPr/>
      <dgm:t>
        <a:bodyPr/>
        <a:lstStyle/>
        <a:p>
          <a:endParaRPr lang="en-US" sz="1400">
            <a:latin typeface="Nadeem" pitchFamily="2" charset="-78"/>
            <a:cs typeface="Nadeem" pitchFamily="2" charset="-78"/>
          </a:endParaRPr>
        </a:p>
      </dgm:t>
    </dgm:pt>
    <dgm:pt modelId="{4CA0455C-4582-E64E-8A27-BEB980A9D8A8}">
      <dgm:prSet custT="1"/>
      <dgm:spPr/>
      <dgm:t>
        <a:bodyPr/>
        <a:lstStyle/>
        <a:p>
          <a:pPr rtl="0"/>
          <a:r>
            <a:rPr lang="en-US" sz="1400" dirty="0">
              <a:latin typeface="Nadeem" pitchFamily="2" charset="-78"/>
              <a:cs typeface="Nadeem" pitchFamily="2" charset="-78"/>
            </a:rPr>
            <a:t>Normalization</a:t>
          </a:r>
        </a:p>
      </dgm:t>
    </dgm:pt>
    <dgm:pt modelId="{F342429F-BB5B-A54D-8A8E-091F76660D64}" type="parTrans" cxnId="{DA2B6714-C27B-1545-8ED8-768375A097F5}">
      <dgm:prSet/>
      <dgm:spPr/>
      <dgm:t>
        <a:bodyPr/>
        <a:lstStyle/>
        <a:p>
          <a:endParaRPr lang="en-US" sz="1400">
            <a:latin typeface="Nadeem" pitchFamily="2" charset="-78"/>
            <a:cs typeface="Nadeem" pitchFamily="2" charset="-78"/>
          </a:endParaRPr>
        </a:p>
      </dgm:t>
    </dgm:pt>
    <dgm:pt modelId="{83827F77-CD94-6447-98A0-EF31FC3F5657}" type="sibTrans" cxnId="{DA2B6714-C27B-1545-8ED8-768375A097F5}">
      <dgm:prSet/>
      <dgm:spPr/>
      <dgm:t>
        <a:bodyPr/>
        <a:lstStyle/>
        <a:p>
          <a:endParaRPr lang="en-US" sz="1400">
            <a:latin typeface="Nadeem" pitchFamily="2" charset="-78"/>
            <a:cs typeface="Nadeem" pitchFamily="2" charset="-78"/>
          </a:endParaRPr>
        </a:p>
      </dgm:t>
    </dgm:pt>
    <dgm:pt modelId="{583C8F63-69F8-7A4F-BA33-CF6E34CD0A34}">
      <dgm:prSet custT="1"/>
      <dgm:spPr/>
      <dgm:t>
        <a:bodyPr/>
        <a:lstStyle/>
        <a:p>
          <a:pPr rtl="0"/>
          <a:r>
            <a:rPr lang="en-US" sz="1400" dirty="0">
              <a:latin typeface="Nadeem" pitchFamily="2" charset="-78"/>
              <a:cs typeface="Nadeem" pitchFamily="2" charset="-78"/>
            </a:rPr>
            <a:t>Sequence Construction</a:t>
          </a:r>
        </a:p>
      </dgm:t>
    </dgm:pt>
    <dgm:pt modelId="{AEC5F855-F1BC-0146-AFA3-AD725A391BE3}" type="parTrans" cxnId="{9AA9D841-699C-AB4E-93D3-9E1AD82362FC}">
      <dgm:prSet/>
      <dgm:spPr/>
      <dgm:t>
        <a:bodyPr/>
        <a:lstStyle/>
        <a:p>
          <a:endParaRPr lang="en-US" sz="1400">
            <a:latin typeface="Nadeem" pitchFamily="2" charset="-78"/>
            <a:cs typeface="Nadeem" pitchFamily="2" charset="-78"/>
          </a:endParaRPr>
        </a:p>
      </dgm:t>
    </dgm:pt>
    <dgm:pt modelId="{E37AFB13-E229-4247-98B7-1643BDF5F784}" type="sibTrans" cxnId="{9AA9D841-699C-AB4E-93D3-9E1AD82362FC}">
      <dgm:prSet/>
      <dgm:spPr/>
      <dgm:t>
        <a:bodyPr/>
        <a:lstStyle/>
        <a:p>
          <a:endParaRPr lang="en-US" sz="1400">
            <a:latin typeface="Nadeem" pitchFamily="2" charset="-78"/>
            <a:cs typeface="Nadeem" pitchFamily="2" charset="-78"/>
          </a:endParaRPr>
        </a:p>
      </dgm:t>
    </dgm:pt>
    <dgm:pt modelId="{4B216DC2-7438-DF49-9D31-F87D45B27CFA}">
      <dgm:prSet custT="1"/>
      <dgm:spPr/>
      <dgm:t>
        <a:bodyPr/>
        <a:lstStyle/>
        <a:p>
          <a:pPr rtl="0"/>
          <a:r>
            <a:rPr lang="en-US" sz="1400" dirty="0">
              <a:latin typeface="Nadeem" pitchFamily="2" charset="-78"/>
              <a:cs typeface="Nadeem" pitchFamily="2" charset="-78"/>
            </a:rPr>
            <a:t>LSTM Model Training</a:t>
          </a:r>
        </a:p>
      </dgm:t>
    </dgm:pt>
    <dgm:pt modelId="{5856EF07-0C79-174E-88AE-68C40F82EA01}" type="parTrans" cxnId="{A1B48704-C827-5247-B444-AD2C7D69DF6B}">
      <dgm:prSet/>
      <dgm:spPr/>
      <dgm:t>
        <a:bodyPr/>
        <a:lstStyle/>
        <a:p>
          <a:endParaRPr lang="en-US" sz="1400">
            <a:latin typeface="Nadeem" pitchFamily="2" charset="-78"/>
            <a:cs typeface="Nadeem" pitchFamily="2" charset="-78"/>
          </a:endParaRPr>
        </a:p>
      </dgm:t>
    </dgm:pt>
    <dgm:pt modelId="{41969B2F-38C2-E740-888A-8286A6EBAE92}" type="sibTrans" cxnId="{A1B48704-C827-5247-B444-AD2C7D69DF6B}">
      <dgm:prSet/>
      <dgm:spPr/>
      <dgm:t>
        <a:bodyPr/>
        <a:lstStyle/>
        <a:p>
          <a:endParaRPr lang="en-US" sz="1400">
            <a:latin typeface="Nadeem" pitchFamily="2" charset="-78"/>
            <a:cs typeface="Nadeem" pitchFamily="2" charset="-78"/>
          </a:endParaRPr>
        </a:p>
      </dgm:t>
    </dgm:pt>
    <dgm:pt modelId="{6DF8CE79-C6A7-5A41-A721-26BFC4DCE6AB}">
      <dgm:prSet custT="1"/>
      <dgm:spPr/>
      <dgm:t>
        <a:bodyPr/>
        <a:lstStyle/>
        <a:p>
          <a:pPr rtl="0"/>
          <a:r>
            <a:rPr lang="en-US" sz="1400" dirty="0">
              <a:latin typeface="Nadeem" pitchFamily="2" charset="-78"/>
              <a:cs typeface="Nadeem" pitchFamily="2" charset="-78"/>
            </a:rPr>
            <a:t>Prediction Output</a:t>
          </a:r>
        </a:p>
      </dgm:t>
    </dgm:pt>
    <dgm:pt modelId="{81ACA2E4-8BC8-8A41-BCBE-0B9628CED246}" type="parTrans" cxnId="{98E77049-B5A2-BC4F-AED5-F363BD401022}">
      <dgm:prSet/>
      <dgm:spPr/>
      <dgm:t>
        <a:bodyPr/>
        <a:lstStyle/>
        <a:p>
          <a:endParaRPr lang="en-US" sz="1400">
            <a:latin typeface="Nadeem" pitchFamily="2" charset="-78"/>
            <a:cs typeface="Nadeem" pitchFamily="2" charset="-78"/>
          </a:endParaRPr>
        </a:p>
      </dgm:t>
    </dgm:pt>
    <dgm:pt modelId="{58E54928-2640-2E42-9D04-DEF974415FDB}" type="sibTrans" cxnId="{98E77049-B5A2-BC4F-AED5-F363BD401022}">
      <dgm:prSet/>
      <dgm:spPr/>
      <dgm:t>
        <a:bodyPr/>
        <a:lstStyle/>
        <a:p>
          <a:endParaRPr lang="en-US" sz="1400">
            <a:latin typeface="Nadeem" pitchFamily="2" charset="-78"/>
            <a:cs typeface="Nadeem" pitchFamily="2" charset="-78"/>
          </a:endParaRPr>
        </a:p>
      </dgm:t>
    </dgm:pt>
    <dgm:pt modelId="{51039BAB-6DEF-234C-8E37-47B08A1840E9}">
      <dgm:prSet custT="1"/>
      <dgm:spPr/>
      <dgm:t>
        <a:bodyPr/>
        <a:lstStyle/>
        <a:p>
          <a:pPr rtl="0"/>
          <a:r>
            <a:rPr lang="en-US" sz="1400" dirty="0">
              <a:latin typeface="Nadeem" pitchFamily="2" charset="-78"/>
              <a:cs typeface="Nadeem" pitchFamily="2" charset="-78"/>
            </a:rPr>
            <a:t>Evaluation</a:t>
          </a:r>
        </a:p>
      </dgm:t>
    </dgm:pt>
    <dgm:pt modelId="{E96C6C42-0DE6-A040-8459-C17DCF80D324}" type="parTrans" cxnId="{BCACC9C2-8E2C-0C4B-9972-0E226478A94E}">
      <dgm:prSet/>
      <dgm:spPr/>
      <dgm:t>
        <a:bodyPr/>
        <a:lstStyle/>
        <a:p>
          <a:endParaRPr lang="en-US" sz="1400">
            <a:latin typeface="Nadeem" pitchFamily="2" charset="-78"/>
            <a:cs typeface="Nadeem" pitchFamily="2" charset="-78"/>
          </a:endParaRPr>
        </a:p>
      </dgm:t>
    </dgm:pt>
    <dgm:pt modelId="{037324D1-866E-2947-979C-0BEE99747782}" type="sibTrans" cxnId="{BCACC9C2-8E2C-0C4B-9972-0E226478A94E}">
      <dgm:prSet/>
      <dgm:spPr/>
      <dgm:t>
        <a:bodyPr/>
        <a:lstStyle/>
        <a:p>
          <a:endParaRPr lang="en-US" sz="1400">
            <a:latin typeface="Nadeem" pitchFamily="2" charset="-78"/>
            <a:cs typeface="Nadeem" pitchFamily="2" charset="-78"/>
          </a:endParaRPr>
        </a:p>
      </dgm:t>
    </dgm:pt>
    <dgm:pt modelId="{7C1F76CE-6996-CC45-A9D1-21FFD6B359AE}" type="pres">
      <dgm:prSet presAssocID="{7441D226-B2A5-7949-A6E3-ADA45FDC30B2}" presName="rootnode" presStyleCnt="0">
        <dgm:presLayoutVars>
          <dgm:chMax/>
          <dgm:chPref/>
          <dgm:dir/>
          <dgm:animLvl val="lvl"/>
        </dgm:presLayoutVars>
      </dgm:prSet>
      <dgm:spPr/>
    </dgm:pt>
    <dgm:pt modelId="{E141A171-F0C6-D64E-BA33-60EE7B150CF1}" type="pres">
      <dgm:prSet presAssocID="{483F8E6A-989F-404E-85A5-6A15DDCB6EE8}" presName="composite" presStyleCnt="0"/>
      <dgm:spPr/>
    </dgm:pt>
    <dgm:pt modelId="{2F1671D2-E3D7-774C-8311-35C17B46B8DC}" type="pres">
      <dgm:prSet presAssocID="{483F8E6A-989F-404E-85A5-6A15DDCB6EE8}" presName="bentUpArrow1" presStyleLbl="alignImgPlace1" presStyleIdx="0" presStyleCnt="7"/>
      <dgm:spPr>
        <a:solidFill>
          <a:schemeClr val="accent1">
            <a:lumMod val="20000"/>
            <a:lumOff val="80000"/>
          </a:schemeClr>
        </a:solidFill>
      </dgm:spPr>
    </dgm:pt>
    <dgm:pt modelId="{7EEEABDB-FE16-F641-80E8-BF10ABD0CAF2}" type="pres">
      <dgm:prSet presAssocID="{483F8E6A-989F-404E-85A5-6A15DDCB6EE8}" presName="ParentText" presStyleLbl="node1" presStyleIdx="0" presStyleCnt="8" custScaleX="171618">
        <dgm:presLayoutVars>
          <dgm:chMax val="1"/>
          <dgm:chPref val="1"/>
          <dgm:bulletEnabled val="1"/>
        </dgm:presLayoutVars>
      </dgm:prSet>
      <dgm:spPr/>
    </dgm:pt>
    <dgm:pt modelId="{FAAEE7E7-8C63-544F-8BC1-71BB3C68F245}" type="pres">
      <dgm:prSet presAssocID="{483F8E6A-989F-404E-85A5-6A15DDCB6EE8}" presName="ChildText" presStyleLbl="revTx" presStyleIdx="0" presStyleCnt="7" custScaleX="196521" custLinFactNeighborX="48606" custLinFactNeighborY="13381">
        <dgm:presLayoutVars>
          <dgm:chMax val="0"/>
          <dgm:chPref val="0"/>
          <dgm:bulletEnabled val="1"/>
        </dgm:presLayoutVars>
      </dgm:prSet>
      <dgm:spPr/>
    </dgm:pt>
    <dgm:pt modelId="{4C4349B8-1D81-8743-B885-70E8E45FAAD5}" type="pres">
      <dgm:prSet presAssocID="{DF59527F-A484-A74F-8A89-10F29C880554}" presName="sibTrans" presStyleCnt="0"/>
      <dgm:spPr/>
    </dgm:pt>
    <dgm:pt modelId="{19C556E4-CD16-194F-8A13-9EAA45B24C1A}" type="pres">
      <dgm:prSet presAssocID="{C38B32C9-38D6-3041-892D-0FC95D54249B}" presName="composite" presStyleCnt="0"/>
      <dgm:spPr/>
    </dgm:pt>
    <dgm:pt modelId="{B159C737-BC1F-3347-93C8-642506F3D023}" type="pres">
      <dgm:prSet presAssocID="{C38B32C9-38D6-3041-892D-0FC95D54249B}" presName="bentUpArrow1" presStyleLbl="alignImgPlace1" presStyleIdx="1" presStyleCnt="7"/>
      <dgm:spPr>
        <a:solidFill>
          <a:schemeClr val="accent1">
            <a:lumMod val="20000"/>
            <a:lumOff val="80000"/>
          </a:schemeClr>
        </a:solidFill>
      </dgm:spPr>
    </dgm:pt>
    <dgm:pt modelId="{98E19FBF-A9F4-4F43-97CF-4540CF4C82CE}" type="pres">
      <dgm:prSet presAssocID="{C38B32C9-38D6-3041-892D-0FC95D54249B}" presName="ParentText" presStyleLbl="node1" presStyleIdx="1" presStyleCnt="8" custScaleX="190150">
        <dgm:presLayoutVars>
          <dgm:chMax val="1"/>
          <dgm:chPref val="1"/>
          <dgm:bulletEnabled val="1"/>
        </dgm:presLayoutVars>
      </dgm:prSet>
      <dgm:spPr/>
    </dgm:pt>
    <dgm:pt modelId="{D9E3A607-FA0B-944E-9476-7CC0811CB518}" type="pres">
      <dgm:prSet presAssocID="{C38B32C9-38D6-3041-892D-0FC95D54249B}" presName="ChildText" presStyleLbl="revTx" presStyleIdx="1" presStyleCnt="7">
        <dgm:presLayoutVars>
          <dgm:chMax val="0"/>
          <dgm:chPref val="0"/>
          <dgm:bulletEnabled val="1"/>
        </dgm:presLayoutVars>
      </dgm:prSet>
      <dgm:spPr/>
    </dgm:pt>
    <dgm:pt modelId="{5C136734-C491-0D4D-A24B-49921A2A8F35}" type="pres">
      <dgm:prSet presAssocID="{42165E9C-4A35-204A-85B2-0359DB247582}" presName="sibTrans" presStyleCnt="0"/>
      <dgm:spPr/>
    </dgm:pt>
    <dgm:pt modelId="{B9A8F6AB-1EBF-C345-B593-5304C3607A6C}" type="pres">
      <dgm:prSet presAssocID="{339299D9-252D-654C-833B-00F9EB94FD54}" presName="composite" presStyleCnt="0"/>
      <dgm:spPr/>
    </dgm:pt>
    <dgm:pt modelId="{2957C08C-BC08-9548-8378-CCB108B60161}" type="pres">
      <dgm:prSet presAssocID="{339299D9-252D-654C-833B-00F9EB94FD54}" presName="bentUpArrow1" presStyleLbl="alignImgPlace1" presStyleIdx="2" presStyleCnt="7" custLinFactNeighborX="10505"/>
      <dgm:spPr>
        <a:solidFill>
          <a:schemeClr val="accent1">
            <a:lumMod val="20000"/>
            <a:lumOff val="80000"/>
          </a:schemeClr>
        </a:solidFill>
      </dgm:spPr>
    </dgm:pt>
    <dgm:pt modelId="{4B0B5391-28D7-6344-82A4-A64282321C59}" type="pres">
      <dgm:prSet presAssocID="{339299D9-252D-654C-833B-00F9EB94FD54}" presName="ParentText" presStyleLbl="node1" presStyleIdx="2" presStyleCnt="8" custScaleX="157832" custLinFactNeighborX="7105">
        <dgm:presLayoutVars>
          <dgm:chMax val="1"/>
          <dgm:chPref val="1"/>
          <dgm:bulletEnabled val="1"/>
        </dgm:presLayoutVars>
      </dgm:prSet>
      <dgm:spPr/>
    </dgm:pt>
    <dgm:pt modelId="{C8A8C670-AD2A-6946-9851-265F2D332657}" type="pres">
      <dgm:prSet presAssocID="{339299D9-252D-654C-833B-00F9EB94FD54}" presName="ChildText" presStyleLbl="revTx" presStyleIdx="2" presStyleCnt="7">
        <dgm:presLayoutVars>
          <dgm:chMax val="0"/>
          <dgm:chPref val="0"/>
          <dgm:bulletEnabled val="1"/>
        </dgm:presLayoutVars>
      </dgm:prSet>
      <dgm:spPr/>
    </dgm:pt>
    <dgm:pt modelId="{0ECE2AB2-F492-1748-B245-44776056B397}" type="pres">
      <dgm:prSet presAssocID="{88AAA730-65AA-2A41-9C37-91D0FF23A9B1}" presName="sibTrans" presStyleCnt="0"/>
      <dgm:spPr/>
    </dgm:pt>
    <dgm:pt modelId="{DA1B5153-EA2C-5A44-ACC0-5A9655DED291}" type="pres">
      <dgm:prSet presAssocID="{4CA0455C-4582-E64E-8A27-BEB980A9D8A8}" presName="composite" presStyleCnt="0"/>
      <dgm:spPr/>
    </dgm:pt>
    <dgm:pt modelId="{C4B549C0-8B81-8144-A7CD-CA4BF7D30B52}" type="pres">
      <dgm:prSet presAssocID="{4CA0455C-4582-E64E-8A27-BEB980A9D8A8}" presName="bentUpArrow1" presStyleLbl="alignImgPlace1" presStyleIdx="3" presStyleCnt="7"/>
      <dgm:spPr>
        <a:solidFill>
          <a:schemeClr val="accent1">
            <a:lumMod val="20000"/>
            <a:lumOff val="80000"/>
          </a:schemeClr>
        </a:solidFill>
      </dgm:spPr>
    </dgm:pt>
    <dgm:pt modelId="{C82DE53D-1269-BF4F-ADF4-06C7729989B8}" type="pres">
      <dgm:prSet presAssocID="{4CA0455C-4582-E64E-8A27-BEB980A9D8A8}" presName="ParentText" presStyleLbl="node1" presStyleIdx="3" presStyleCnt="8" custScaleX="172408">
        <dgm:presLayoutVars>
          <dgm:chMax val="1"/>
          <dgm:chPref val="1"/>
          <dgm:bulletEnabled val="1"/>
        </dgm:presLayoutVars>
      </dgm:prSet>
      <dgm:spPr/>
    </dgm:pt>
    <dgm:pt modelId="{11706CB3-CFAF-5447-9AE6-60B5853D3318}" type="pres">
      <dgm:prSet presAssocID="{4CA0455C-4582-E64E-8A27-BEB980A9D8A8}" presName="ChildText" presStyleLbl="revTx" presStyleIdx="3" presStyleCnt="7">
        <dgm:presLayoutVars>
          <dgm:chMax val="0"/>
          <dgm:chPref val="0"/>
          <dgm:bulletEnabled val="1"/>
        </dgm:presLayoutVars>
      </dgm:prSet>
      <dgm:spPr/>
    </dgm:pt>
    <dgm:pt modelId="{0F39A60B-EB18-884A-B5A9-8FD79FC5877C}" type="pres">
      <dgm:prSet presAssocID="{83827F77-CD94-6447-98A0-EF31FC3F5657}" presName="sibTrans" presStyleCnt="0"/>
      <dgm:spPr/>
    </dgm:pt>
    <dgm:pt modelId="{1991DAD0-0B7D-444E-A0CF-D61D6AE9BFB1}" type="pres">
      <dgm:prSet presAssocID="{583C8F63-69F8-7A4F-BA33-CF6E34CD0A34}" presName="composite" presStyleCnt="0"/>
      <dgm:spPr/>
    </dgm:pt>
    <dgm:pt modelId="{27849D61-6D39-F54E-A6C7-DCFE767E01DF}" type="pres">
      <dgm:prSet presAssocID="{583C8F63-69F8-7A4F-BA33-CF6E34CD0A34}" presName="bentUpArrow1" presStyleLbl="alignImgPlace1" presStyleIdx="4" presStyleCnt="7"/>
      <dgm:spPr>
        <a:solidFill>
          <a:schemeClr val="accent1">
            <a:lumMod val="20000"/>
            <a:lumOff val="80000"/>
          </a:schemeClr>
        </a:solidFill>
      </dgm:spPr>
    </dgm:pt>
    <dgm:pt modelId="{C4C9A64B-B8C7-714E-B327-C065CAFBEA3D}" type="pres">
      <dgm:prSet presAssocID="{583C8F63-69F8-7A4F-BA33-CF6E34CD0A34}" presName="ParentText" presStyleLbl="node1" presStyleIdx="4" presStyleCnt="8" custScaleX="201316" custLinFactNeighborX="2841">
        <dgm:presLayoutVars>
          <dgm:chMax val="1"/>
          <dgm:chPref val="1"/>
          <dgm:bulletEnabled val="1"/>
        </dgm:presLayoutVars>
      </dgm:prSet>
      <dgm:spPr/>
    </dgm:pt>
    <dgm:pt modelId="{0813C4E7-F923-0F4F-850D-0376F5104129}" type="pres">
      <dgm:prSet presAssocID="{583C8F63-69F8-7A4F-BA33-CF6E34CD0A34}" presName="ChildText" presStyleLbl="revTx" presStyleIdx="4" presStyleCnt="7">
        <dgm:presLayoutVars>
          <dgm:chMax val="0"/>
          <dgm:chPref val="0"/>
          <dgm:bulletEnabled val="1"/>
        </dgm:presLayoutVars>
      </dgm:prSet>
      <dgm:spPr/>
    </dgm:pt>
    <dgm:pt modelId="{815DCE7A-D0CD-214A-A467-B06FCBB55E57}" type="pres">
      <dgm:prSet presAssocID="{E37AFB13-E229-4247-98B7-1643BDF5F784}" presName="sibTrans" presStyleCnt="0"/>
      <dgm:spPr/>
    </dgm:pt>
    <dgm:pt modelId="{61723245-F656-F84E-82CD-D93EB44AB229}" type="pres">
      <dgm:prSet presAssocID="{4B216DC2-7438-DF49-9D31-F87D45B27CFA}" presName="composite" presStyleCnt="0"/>
      <dgm:spPr/>
    </dgm:pt>
    <dgm:pt modelId="{CC8193CE-1065-6845-9207-B11138B0CE72}" type="pres">
      <dgm:prSet presAssocID="{4B216DC2-7438-DF49-9D31-F87D45B27CFA}" presName="bentUpArrow1" presStyleLbl="alignImgPlace1" presStyleIdx="5" presStyleCnt="7"/>
      <dgm:spPr>
        <a:solidFill>
          <a:schemeClr val="accent1">
            <a:lumMod val="20000"/>
            <a:lumOff val="80000"/>
          </a:schemeClr>
        </a:solidFill>
      </dgm:spPr>
    </dgm:pt>
    <dgm:pt modelId="{9B5FB471-71CC-1048-A8E7-61A373A65774}" type="pres">
      <dgm:prSet presAssocID="{4B216DC2-7438-DF49-9D31-F87D45B27CFA}" presName="ParentText" presStyleLbl="node1" presStyleIdx="5" presStyleCnt="8" custScaleX="198781" custLinFactNeighborX="14210">
        <dgm:presLayoutVars>
          <dgm:chMax val="1"/>
          <dgm:chPref val="1"/>
          <dgm:bulletEnabled val="1"/>
        </dgm:presLayoutVars>
      </dgm:prSet>
      <dgm:spPr/>
    </dgm:pt>
    <dgm:pt modelId="{D42E8F87-F14F-5644-BF8C-5FA0D7DDFCF8}" type="pres">
      <dgm:prSet presAssocID="{4B216DC2-7438-DF49-9D31-F87D45B27CFA}" presName="ChildText" presStyleLbl="revTx" presStyleIdx="5" presStyleCnt="7">
        <dgm:presLayoutVars>
          <dgm:chMax val="0"/>
          <dgm:chPref val="0"/>
          <dgm:bulletEnabled val="1"/>
        </dgm:presLayoutVars>
      </dgm:prSet>
      <dgm:spPr/>
    </dgm:pt>
    <dgm:pt modelId="{A2C34CBC-69C5-934A-9B44-5F46C591EFA0}" type="pres">
      <dgm:prSet presAssocID="{41969B2F-38C2-E740-888A-8286A6EBAE92}" presName="sibTrans" presStyleCnt="0"/>
      <dgm:spPr/>
    </dgm:pt>
    <dgm:pt modelId="{BF3F7890-3339-DD41-A4B4-DC34056BEBCE}" type="pres">
      <dgm:prSet presAssocID="{6DF8CE79-C6A7-5A41-A721-26BFC4DCE6AB}" presName="composite" presStyleCnt="0"/>
      <dgm:spPr/>
    </dgm:pt>
    <dgm:pt modelId="{30E1F04A-1258-5A4E-B797-609350F021A8}" type="pres">
      <dgm:prSet presAssocID="{6DF8CE79-C6A7-5A41-A721-26BFC4DCE6AB}" presName="bentUpArrow1" presStyleLbl="alignImgPlace1" presStyleIdx="6" presStyleCnt="7"/>
      <dgm:spPr>
        <a:solidFill>
          <a:schemeClr val="accent1">
            <a:lumMod val="20000"/>
            <a:lumOff val="80000"/>
          </a:schemeClr>
        </a:solidFill>
      </dgm:spPr>
    </dgm:pt>
    <dgm:pt modelId="{44000DBD-E182-D248-9CED-2803BF8986B3}" type="pres">
      <dgm:prSet presAssocID="{6DF8CE79-C6A7-5A41-A721-26BFC4DCE6AB}" presName="ParentText" presStyleLbl="node1" presStyleIdx="6" presStyleCnt="8" custScaleX="192879" custLinFactNeighborX="12788">
        <dgm:presLayoutVars>
          <dgm:chMax val="1"/>
          <dgm:chPref val="1"/>
          <dgm:bulletEnabled val="1"/>
        </dgm:presLayoutVars>
      </dgm:prSet>
      <dgm:spPr/>
    </dgm:pt>
    <dgm:pt modelId="{93EF354D-B8C1-1049-8FA8-28D9B162CCBE}" type="pres">
      <dgm:prSet presAssocID="{6DF8CE79-C6A7-5A41-A721-26BFC4DCE6AB}" presName="ChildText" presStyleLbl="revTx" presStyleIdx="6" presStyleCnt="7">
        <dgm:presLayoutVars>
          <dgm:chMax val="0"/>
          <dgm:chPref val="0"/>
          <dgm:bulletEnabled val="1"/>
        </dgm:presLayoutVars>
      </dgm:prSet>
      <dgm:spPr/>
    </dgm:pt>
    <dgm:pt modelId="{7C2533D0-7044-444A-BD23-8B9A009CFB5C}" type="pres">
      <dgm:prSet presAssocID="{58E54928-2640-2E42-9D04-DEF974415FDB}" presName="sibTrans" presStyleCnt="0"/>
      <dgm:spPr/>
    </dgm:pt>
    <dgm:pt modelId="{419C0B38-2B69-7E4A-9FF4-36D139573311}" type="pres">
      <dgm:prSet presAssocID="{51039BAB-6DEF-234C-8E37-47B08A1840E9}" presName="composite" presStyleCnt="0"/>
      <dgm:spPr/>
    </dgm:pt>
    <dgm:pt modelId="{40D8F7EE-5CB8-6D41-B7BF-9DEDB59A03B6}" type="pres">
      <dgm:prSet presAssocID="{51039BAB-6DEF-234C-8E37-47B08A1840E9}" presName="ParentText" presStyleLbl="node1" presStyleIdx="7" presStyleCnt="8" custScaleX="176388" custLinFactNeighborX="11368">
        <dgm:presLayoutVars>
          <dgm:chMax val="1"/>
          <dgm:chPref val="1"/>
          <dgm:bulletEnabled val="1"/>
        </dgm:presLayoutVars>
      </dgm:prSet>
      <dgm:spPr/>
    </dgm:pt>
  </dgm:ptLst>
  <dgm:cxnLst>
    <dgm:cxn modelId="{A1B48704-C827-5247-B444-AD2C7D69DF6B}" srcId="{7441D226-B2A5-7949-A6E3-ADA45FDC30B2}" destId="{4B216DC2-7438-DF49-9D31-F87D45B27CFA}" srcOrd="5" destOrd="0" parTransId="{5856EF07-0C79-174E-88AE-68C40F82EA01}" sibTransId="{41969B2F-38C2-E740-888A-8286A6EBAE92}"/>
    <dgm:cxn modelId="{7E3B1609-26B7-1E4F-B674-8CEBD18E9F09}" type="presOf" srcId="{6DF8CE79-C6A7-5A41-A721-26BFC4DCE6AB}" destId="{44000DBD-E182-D248-9CED-2803BF8986B3}" srcOrd="0" destOrd="0" presId="urn:microsoft.com/office/officeart/2005/8/layout/StepDownProcess"/>
    <dgm:cxn modelId="{DA2B6714-C27B-1545-8ED8-768375A097F5}" srcId="{7441D226-B2A5-7949-A6E3-ADA45FDC30B2}" destId="{4CA0455C-4582-E64E-8A27-BEB980A9D8A8}" srcOrd="3" destOrd="0" parTransId="{F342429F-BB5B-A54D-8A8E-091F76660D64}" sibTransId="{83827F77-CD94-6447-98A0-EF31FC3F5657}"/>
    <dgm:cxn modelId="{FEE93D38-9427-0046-B973-E937B90B9942}" type="presOf" srcId="{4B216DC2-7438-DF49-9D31-F87D45B27CFA}" destId="{9B5FB471-71CC-1048-A8E7-61A373A65774}" srcOrd="0" destOrd="0" presId="urn:microsoft.com/office/officeart/2005/8/layout/StepDownProcess"/>
    <dgm:cxn modelId="{9AA9D841-699C-AB4E-93D3-9E1AD82362FC}" srcId="{7441D226-B2A5-7949-A6E3-ADA45FDC30B2}" destId="{583C8F63-69F8-7A4F-BA33-CF6E34CD0A34}" srcOrd="4" destOrd="0" parTransId="{AEC5F855-F1BC-0146-AFA3-AD725A391BE3}" sibTransId="{E37AFB13-E229-4247-98B7-1643BDF5F784}"/>
    <dgm:cxn modelId="{98E77049-B5A2-BC4F-AED5-F363BD401022}" srcId="{7441D226-B2A5-7949-A6E3-ADA45FDC30B2}" destId="{6DF8CE79-C6A7-5A41-A721-26BFC4DCE6AB}" srcOrd="6" destOrd="0" parTransId="{81ACA2E4-8BC8-8A41-BCBE-0B9628CED246}" sibTransId="{58E54928-2640-2E42-9D04-DEF974415FDB}"/>
    <dgm:cxn modelId="{8CF0584B-1C28-434D-BEDE-0D9EE4A0FBEE}" type="presOf" srcId="{483F8E6A-989F-404E-85A5-6A15DDCB6EE8}" destId="{7EEEABDB-FE16-F641-80E8-BF10ABD0CAF2}" srcOrd="0" destOrd="0" presId="urn:microsoft.com/office/officeart/2005/8/layout/StepDownProcess"/>
    <dgm:cxn modelId="{A2E0496F-4A74-4E40-A1E0-7EA02D7ED753}" type="presOf" srcId="{583C8F63-69F8-7A4F-BA33-CF6E34CD0A34}" destId="{C4C9A64B-B8C7-714E-B327-C065CAFBEA3D}" srcOrd="0" destOrd="0" presId="urn:microsoft.com/office/officeart/2005/8/layout/StepDownProcess"/>
    <dgm:cxn modelId="{5C8F6C87-1EEA-FA45-B560-9594E8E6FA8C}" srcId="{7441D226-B2A5-7949-A6E3-ADA45FDC30B2}" destId="{483F8E6A-989F-404E-85A5-6A15DDCB6EE8}" srcOrd="0" destOrd="0" parTransId="{0510FD8C-A480-434F-BF88-B92F2C891832}" sibTransId="{DF59527F-A484-A74F-8A89-10F29C880554}"/>
    <dgm:cxn modelId="{33A72B90-8702-F64E-A29D-91554962DDC0}" srcId="{7441D226-B2A5-7949-A6E3-ADA45FDC30B2}" destId="{C38B32C9-38D6-3041-892D-0FC95D54249B}" srcOrd="1" destOrd="0" parTransId="{3021F09B-9FE8-0742-B3B3-57E1B5D32B4D}" sibTransId="{42165E9C-4A35-204A-85B2-0359DB247582}"/>
    <dgm:cxn modelId="{79260093-AF0C-1542-B39E-50E08C59D861}" type="presOf" srcId="{4CA0455C-4582-E64E-8A27-BEB980A9D8A8}" destId="{C82DE53D-1269-BF4F-ADF4-06C7729989B8}" srcOrd="0" destOrd="0" presId="urn:microsoft.com/office/officeart/2005/8/layout/StepDownProcess"/>
    <dgm:cxn modelId="{594008A9-D0CF-D641-ACB7-ABE584B9D2D5}" type="presOf" srcId="{C38B32C9-38D6-3041-892D-0FC95D54249B}" destId="{98E19FBF-A9F4-4F43-97CF-4540CF4C82CE}" srcOrd="0" destOrd="0" presId="urn:microsoft.com/office/officeart/2005/8/layout/StepDownProcess"/>
    <dgm:cxn modelId="{DC0FECA9-BE01-1C40-B41F-C947870A4594}" srcId="{7441D226-B2A5-7949-A6E3-ADA45FDC30B2}" destId="{339299D9-252D-654C-833B-00F9EB94FD54}" srcOrd="2" destOrd="0" parTransId="{375D41D2-0462-F54B-ADB5-016E40547711}" sibTransId="{88AAA730-65AA-2A41-9C37-91D0FF23A9B1}"/>
    <dgm:cxn modelId="{8E8F0EAB-DBAC-394B-B5CA-4B3347063EFD}" type="presOf" srcId="{7441D226-B2A5-7949-A6E3-ADA45FDC30B2}" destId="{7C1F76CE-6996-CC45-A9D1-21FFD6B359AE}" srcOrd="0" destOrd="0" presId="urn:microsoft.com/office/officeart/2005/8/layout/StepDownProcess"/>
    <dgm:cxn modelId="{BCACC9C2-8E2C-0C4B-9972-0E226478A94E}" srcId="{7441D226-B2A5-7949-A6E3-ADA45FDC30B2}" destId="{51039BAB-6DEF-234C-8E37-47B08A1840E9}" srcOrd="7" destOrd="0" parTransId="{E96C6C42-0DE6-A040-8459-C17DCF80D324}" sibTransId="{037324D1-866E-2947-979C-0BEE99747782}"/>
    <dgm:cxn modelId="{B71F36D2-175C-3043-A428-47F19DF763E3}" type="presOf" srcId="{51039BAB-6DEF-234C-8E37-47B08A1840E9}" destId="{40D8F7EE-5CB8-6D41-B7BF-9DEDB59A03B6}" srcOrd="0" destOrd="0" presId="urn:microsoft.com/office/officeart/2005/8/layout/StepDownProcess"/>
    <dgm:cxn modelId="{D512ACE6-D565-3E4F-BAE1-7F7DE15F900F}" type="presOf" srcId="{339299D9-252D-654C-833B-00F9EB94FD54}" destId="{4B0B5391-28D7-6344-82A4-A64282321C59}" srcOrd="0" destOrd="0" presId="urn:microsoft.com/office/officeart/2005/8/layout/StepDownProcess"/>
    <dgm:cxn modelId="{0DC28074-5849-9547-8581-86F691A166D7}" type="presParOf" srcId="{7C1F76CE-6996-CC45-A9D1-21FFD6B359AE}" destId="{E141A171-F0C6-D64E-BA33-60EE7B150CF1}" srcOrd="0" destOrd="0" presId="urn:microsoft.com/office/officeart/2005/8/layout/StepDownProcess"/>
    <dgm:cxn modelId="{6F97487A-D133-DE49-BF23-3AC413A07818}" type="presParOf" srcId="{E141A171-F0C6-D64E-BA33-60EE7B150CF1}" destId="{2F1671D2-E3D7-774C-8311-35C17B46B8DC}" srcOrd="0" destOrd="0" presId="urn:microsoft.com/office/officeart/2005/8/layout/StepDownProcess"/>
    <dgm:cxn modelId="{2F88B8E9-4106-064C-9057-7B2FE7DB0C2A}" type="presParOf" srcId="{E141A171-F0C6-D64E-BA33-60EE7B150CF1}" destId="{7EEEABDB-FE16-F641-80E8-BF10ABD0CAF2}" srcOrd="1" destOrd="0" presId="urn:microsoft.com/office/officeart/2005/8/layout/StepDownProcess"/>
    <dgm:cxn modelId="{048971C0-9635-5A46-B58D-30F4C33564A6}" type="presParOf" srcId="{E141A171-F0C6-D64E-BA33-60EE7B150CF1}" destId="{FAAEE7E7-8C63-544F-8BC1-71BB3C68F245}" srcOrd="2" destOrd="0" presId="urn:microsoft.com/office/officeart/2005/8/layout/StepDownProcess"/>
    <dgm:cxn modelId="{4B5245A9-9EB4-6B4A-8039-3156F9489401}" type="presParOf" srcId="{7C1F76CE-6996-CC45-A9D1-21FFD6B359AE}" destId="{4C4349B8-1D81-8743-B885-70E8E45FAAD5}" srcOrd="1" destOrd="0" presId="urn:microsoft.com/office/officeart/2005/8/layout/StepDownProcess"/>
    <dgm:cxn modelId="{72B9ACCF-1DEF-CC41-9155-7C981B341F4A}" type="presParOf" srcId="{7C1F76CE-6996-CC45-A9D1-21FFD6B359AE}" destId="{19C556E4-CD16-194F-8A13-9EAA45B24C1A}" srcOrd="2" destOrd="0" presId="urn:microsoft.com/office/officeart/2005/8/layout/StepDownProcess"/>
    <dgm:cxn modelId="{B614C5E1-A256-AE46-8FA4-9BDD5DB53661}" type="presParOf" srcId="{19C556E4-CD16-194F-8A13-9EAA45B24C1A}" destId="{B159C737-BC1F-3347-93C8-642506F3D023}" srcOrd="0" destOrd="0" presId="urn:microsoft.com/office/officeart/2005/8/layout/StepDownProcess"/>
    <dgm:cxn modelId="{D709DEB5-13F7-BB4D-96C3-6D55771C810E}" type="presParOf" srcId="{19C556E4-CD16-194F-8A13-9EAA45B24C1A}" destId="{98E19FBF-A9F4-4F43-97CF-4540CF4C82CE}" srcOrd="1" destOrd="0" presId="urn:microsoft.com/office/officeart/2005/8/layout/StepDownProcess"/>
    <dgm:cxn modelId="{E07F8597-3470-9A4E-9FCC-27CB42FF9929}" type="presParOf" srcId="{19C556E4-CD16-194F-8A13-9EAA45B24C1A}" destId="{D9E3A607-FA0B-944E-9476-7CC0811CB518}" srcOrd="2" destOrd="0" presId="urn:microsoft.com/office/officeart/2005/8/layout/StepDownProcess"/>
    <dgm:cxn modelId="{4E1DC641-3837-C246-B670-5D44C7B3EC33}" type="presParOf" srcId="{7C1F76CE-6996-CC45-A9D1-21FFD6B359AE}" destId="{5C136734-C491-0D4D-A24B-49921A2A8F35}" srcOrd="3" destOrd="0" presId="urn:microsoft.com/office/officeart/2005/8/layout/StepDownProcess"/>
    <dgm:cxn modelId="{EB73548B-3030-A949-B1B6-D094CF2626E2}" type="presParOf" srcId="{7C1F76CE-6996-CC45-A9D1-21FFD6B359AE}" destId="{B9A8F6AB-1EBF-C345-B593-5304C3607A6C}" srcOrd="4" destOrd="0" presId="urn:microsoft.com/office/officeart/2005/8/layout/StepDownProcess"/>
    <dgm:cxn modelId="{33A4ED86-C54F-534D-ADD0-3FBE8D3543F4}" type="presParOf" srcId="{B9A8F6AB-1EBF-C345-B593-5304C3607A6C}" destId="{2957C08C-BC08-9548-8378-CCB108B60161}" srcOrd="0" destOrd="0" presId="urn:microsoft.com/office/officeart/2005/8/layout/StepDownProcess"/>
    <dgm:cxn modelId="{2F2A2C7E-774A-4048-AC3E-A396B49F60D1}" type="presParOf" srcId="{B9A8F6AB-1EBF-C345-B593-5304C3607A6C}" destId="{4B0B5391-28D7-6344-82A4-A64282321C59}" srcOrd="1" destOrd="0" presId="urn:microsoft.com/office/officeart/2005/8/layout/StepDownProcess"/>
    <dgm:cxn modelId="{14CB8779-14B0-C546-A6F4-19E3BF4CF9F6}" type="presParOf" srcId="{B9A8F6AB-1EBF-C345-B593-5304C3607A6C}" destId="{C8A8C670-AD2A-6946-9851-265F2D332657}" srcOrd="2" destOrd="0" presId="urn:microsoft.com/office/officeart/2005/8/layout/StepDownProcess"/>
    <dgm:cxn modelId="{5CF9FABA-BC0A-EB44-BD87-21EA86038FDA}" type="presParOf" srcId="{7C1F76CE-6996-CC45-A9D1-21FFD6B359AE}" destId="{0ECE2AB2-F492-1748-B245-44776056B397}" srcOrd="5" destOrd="0" presId="urn:microsoft.com/office/officeart/2005/8/layout/StepDownProcess"/>
    <dgm:cxn modelId="{0C0F8A3C-20BE-C942-BE58-204F42E387E2}" type="presParOf" srcId="{7C1F76CE-6996-CC45-A9D1-21FFD6B359AE}" destId="{DA1B5153-EA2C-5A44-ACC0-5A9655DED291}" srcOrd="6" destOrd="0" presId="urn:microsoft.com/office/officeart/2005/8/layout/StepDownProcess"/>
    <dgm:cxn modelId="{825942BE-ABC6-0F4B-86BB-113F905327FC}" type="presParOf" srcId="{DA1B5153-EA2C-5A44-ACC0-5A9655DED291}" destId="{C4B549C0-8B81-8144-A7CD-CA4BF7D30B52}" srcOrd="0" destOrd="0" presId="urn:microsoft.com/office/officeart/2005/8/layout/StepDownProcess"/>
    <dgm:cxn modelId="{E0410274-25EC-9C4B-9069-2C1DEBCE2CBB}" type="presParOf" srcId="{DA1B5153-EA2C-5A44-ACC0-5A9655DED291}" destId="{C82DE53D-1269-BF4F-ADF4-06C7729989B8}" srcOrd="1" destOrd="0" presId="urn:microsoft.com/office/officeart/2005/8/layout/StepDownProcess"/>
    <dgm:cxn modelId="{152B94D7-FB06-DE4C-8E06-519D025FEC41}" type="presParOf" srcId="{DA1B5153-EA2C-5A44-ACC0-5A9655DED291}" destId="{11706CB3-CFAF-5447-9AE6-60B5853D3318}" srcOrd="2" destOrd="0" presId="urn:microsoft.com/office/officeart/2005/8/layout/StepDownProcess"/>
    <dgm:cxn modelId="{D7156DAC-39C6-4546-87FB-009AEC38FB23}" type="presParOf" srcId="{7C1F76CE-6996-CC45-A9D1-21FFD6B359AE}" destId="{0F39A60B-EB18-884A-B5A9-8FD79FC5877C}" srcOrd="7" destOrd="0" presId="urn:microsoft.com/office/officeart/2005/8/layout/StepDownProcess"/>
    <dgm:cxn modelId="{BB0C8A23-40E7-594D-BDD2-B23805D76DBD}" type="presParOf" srcId="{7C1F76CE-6996-CC45-A9D1-21FFD6B359AE}" destId="{1991DAD0-0B7D-444E-A0CF-D61D6AE9BFB1}" srcOrd="8" destOrd="0" presId="urn:microsoft.com/office/officeart/2005/8/layout/StepDownProcess"/>
    <dgm:cxn modelId="{BCF6365A-0744-4A4F-823D-1878446F5DC8}" type="presParOf" srcId="{1991DAD0-0B7D-444E-A0CF-D61D6AE9BFB1}" destId="{27849D61-6D39-F54E-A6C7-DCFE767E01DF}" srcOrd="0" destOrd="0" presId="urn:microsoft.com/office/officeart/2005/8/layout/StepDownProcess"/>
    <dgm:cxn modelId="{61B99CA5-97B9-8F45-B0ED-C2340228746F}" type="presParOf" srcId="{1991DAD0-0B7D-444E-A0CF-D61D6AE9BFB1}" destId="{C4C9A64B-B8C7-714E-B327-C065CAFBEA3D}" srcOrd="1" destOrd="0" presId="urn:microsoft.com/office/officeart/2005/8/layout/StepDownProcess"/>
    <dgm:cxn modelId="{51AA1B27-BB4F-2641-91C0-0813BB9E7C09}" type="presParOf" srcId="{1991DAD0-0B7D-444E-A0CF-D61D6AE9BFB1}" destId="{0813C4E7-F923-0F4F-850D-0376F5104129}" srcOrd="2" destOrd="0" presId="urn:microsoft.com/office/officeart/2005/8/layout/StepDownProcess"/>
    <dgm:cxn modelId="{00FBCFC6-488D-DE4D-9E09-9EA7407D5EED}" type="presParOf" srcId="{7C1F76CE-6996-CC45-A9D1-21FFD6B359AE}" destId="{815DCE7A-D0CD-214A-A467-B06FCBB55E57}" srcOrd="9" destOrd="0" presId="urn:microsoft.com/office/officeart/2005/8/layout/StepDownProcess"/>
    <dgm:cxn modelId="{EC0B51C7-9406-FB4E-AB90-5BE95A038191}" type="presParOf" srcId="{7C1F76CE-6996-CC45-A9D1-21FFD6B359AE}" destId="{61723245-F656-F84E-82CD-D93EB44AB229}" srcOrd="10" destOrd="0" presId="urn:microsoft.com/office/officeart/2005/8/layout/StepDownProcess"/>
    <dgm:cxn modelId="{9B5B9015-DC19-6849-A264-22D83A263FA5}" type="presParOf" srcId="{61723245-F656-F84E-82CD-D93EB44AB229}" destId="{CC8193CE-1065-6845-9207-B11138B0CE72}" srcOrd="0" destOrd="0" presId="urn:microsoft.com/office/officeart/2005/8/layout/StepDownProcess"/>
    <dgm:cxn modelId="{D6E7C325-A427-F946-A40D-989C83799CF6}" type="presParOf" srcId="{61723245-F656-F84E-82CD-D93EB44AB229}" destId="{9B5FB471-71CC-1048-A8E7-61A373A65774}" srcOrd="1" destOrd="0" presId="urn:microsoft.com/office/officeart/2005/8/layout/StepDownProcess"/>
    <dgm:cxn modelId="{B721578D-E468-B943-8461-061EB1CF85AE}" type="presParOf" srcId="{61723245-F656-F84E-82CD-D93EB44AB229}" destId="{D42E8F87-F14F-5644-BF8C-5FA0D7DDFCF8}" srcOrd="2" destOrd="0" presId="urn:microsoft.com/office/officeart/2005/8/layout/StepDownProcess"/>
    <dgm:cxn modelId="{1BC9F804-30D3-5649-8CE9-552DE18DB0AE}" type="presParOf" srcId="{7C1F76CE-6996-CC45-A9D1-21FFD6B359AE}" destId="{A2C34CBC-69C5-934A-9B44-5F46C591EFA0}" srcOrd="11" destOrd="0" presId="urn:microsoft.com/office/officeart/2005/8/layout/StepDownProcess"/>
    <dgm:cxn modelId="{ADB15ADA-8BB9-B948-BF3B-B60C43972208}" type="presParOf" srcId="{7C1F76CE-6996-CC45-A9D1-21FFD6B359AE}" destId="{BF3F7890-3339-DD41-A4B4-DC34056BEBCE}" srcOrd="12" destOrd="0" presId="urn:microsoft.com/office/officeart/2005/8/layout/StepDownProcess"/>
    <dgm:cxn modelId="{1717E7DD-2A8F-E445-8BF9-39EC5EBFEF11}" type="presParOf" srcId="{BF3F7890-3339-DD41-A4B4-DC34056BEBCE}" destId="{30E1F04A-1258-5A4E-B797-609350F021A8}" srcOrd="0" destOrd="0" presId="urn:microsoft.com/office/officeart/2005/8/layout/StepDownProcess"/>
    <dgm:cxn modelId="{9E50AD80-738C-B642-8B3E-6362EF276CBF}" type="presParOf" srcId="{BF3F7890-3339-DD41-A4B4-DC34056BEBCE}" destId="{44000DBD-E182-D248-9CED-2803BF8986B3}" srcOrd="1" destOrd="0" presId="urn:microsoft.com/office/officeart/2005/8/layout/StepDownProcess"/>
    <dgm:cxn modelId="{A4FE3631-C2AF-3F48-8CF4-E16FDC3881D3}" type="presParOf" srcId="{BF3F7890-3339-DD41-A4B4-DC34056BEBCE}" destId="{93EF354D-B8C1-1049-8FA8-28D9B162CCBE}" srcOrd="2" destOrd="0" presId="urn:microsoft.com/office/officeart/2005/8/layout/StepDownProcess"/>
    <dgm:cxn modelId="{08E4B74F-2386-0840-913D-9AC77040EDB0}" type="presParOf" srcId="{7C1F76CE-6996-CC45-A9D1-21FFD6B359AE}" destId="{7C2533D0-7044-444A-BD23-8B9A009CFB5C}" srcOrd="13" destOrd="0" presId="urn:microsoft.com/office/officeart/2005/8/layout/StepDownProcess"/>
    <dgm:cxn modelId="{FF0FF16E-8062-884D-AE6E-CB347A641F3A}" type="presParOf" srcId="{7C1F76CE-6996-CC45-A9D1-21FFD6B359AE}" destId="{419C0B38-2B69-7E4A-9FF4-36D139573311}" srcOrd="14" destOrd="0" presId="urn:microsoft.com/office/officeart/2005/8/layout/StepDownProcess"/>
    <dgm:cxn modelId="{D1D12F5D-37A7-7D49-A973-64207940098B}" type="presParOf" srcId="{419C0B38-2B69-7E4A-9FF4-36D139573311}" destId="{40D8F7EE-5CB8-6D41-B7BF-9DEDB59A03B6}" srcOrd="0" destOrd="0" presId="urn:microsoft.com/office/officeart/2005/8/layout/StepDown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645CD1E-21EE-E042-B3AF-ADA902B525E3}" type="doc">
      <dgm:prSet loTypeId="urn:microsoft.com/office/officeart/2005/8/layout/process1" loCatId="" qsTypeId="urn:microsoft.com/office/officeart/2005/8/quickstyle/simple1" qsCatId="simple" csTypeId="urn:microsoft.com/office/officeart/2005/8/colors/accent0_1" csCatId="mainScheme" phldr="1"/>
      <dgm:spPr/>
    </dgm:pt>
    <dgm:pt modelId="{C53A8FEA-1768-2245-AF38-ADBB5C594FCB}">
      <dgm:prSet phldrT="[Text]" custT="1"/>
      <dgm:spPr/>
      <dgm:t>
        <a:bodyPr/>
        <a:lstStyle/>
        <a:p>
          <a:r>
            <a:rPr lang="en-US" sz="1400" dirty="0">
              <a:latin typeface="Nadeem" pitchFamily="2" charset="-78"/>
              <a:cs typeface="Nadeem" pitchFamily="2" charset="-78"/>
            </a:rPr>
            <a:t>[week1, week2, week3, …, week8]</a:t>
          </a:r>
        </a:p>
      </dgm:t>
    </dgm:pt>
    <dgm:pt modelId="{22A522E5-580A-A140-B2B2-EBA8C498F4A2}" type="parTrans" cxnId="{04D6101E-94E8-3B47-A238-2F2F3F45DBCE}">
      <dgm:prSet/>
      <dgm:spPr/>
      <dgm:t>
        <a:bodyPr/>
        <a:lstStyle/>
        <a:p>
          <a:endParaRPr lang="en-US" sz="1400">
            <a:latin typeface="Nadeem" pitchFamily="2" charset="-78"/>
            <a:cs typeface="Nadeem" pitchFamily="2" charset="-78"/>
          </a:endParaRPr>
        </a:p>
      </dgm:t>
    </dgm:pt>
    <dgm:pt modelId="{ADAFC135-4526-9748-BA6C-C8F9A03F36C7}" type="sibTrans" cxnId="{04D6101E-94E8-3B47-A238-2F2F3F45DBCE}">
      <dgm:prSet custT="1"/>
      <dgm:spPr>
        <a:solidFill>
          <a:schemeClr val="accent1">
            <a:lumMod val="20000"/>
            <a:lumOff val="80000"/>
          </a:schemeClr>
        </a:solidFill>
        <a:ln>
          <a:solidFill>
            <a:schemeClr val="dk1">
              <a:shade val="80000"/>
              <a:hueOff val="0"/>
              <a:satOff val="0"/>
              <a:lumOff val="0"/>
            </a:schemeClr>
          </a:solidFill>
        </a:ln>
      </dgm:spPr>
      <dgm:t>
        <a:bodyPr/>
        <a:lstStyle/>
        <a:p>
          <a:pPr rtl="0"/>
          <a:endParaRPr lang="en-US" sz="1400">
            <a:latin typeface="Nadeem" pitchFamily="2" charset="-78"/>
            <a:cs typeface="Nadeem" pitchFamily="2" charset="-78"/>
          </a:endParaRPr>
        </a:p>
      </dgm:t>
    </dgm:pt>
    <dgm:pt modelId="{B4D0E1F9-7B8A-D94C-BB58-521B7AA54C2D}">
      <dgm:prSet custT="1"/>
      <dgm:spPr/>
      <dgm:t>
        <a:bodyPr/>
        <a:lstStyle/>
        <a:p>
          <a:r>
            <a:rPr lang="en-US" sz="1400" dirty="0">
              <a:latin typeface="Nadeem" pitchFamily="2" charset="-78"/>
              <a:cs typeface="Nadeem" pitchFamily="2" charset="-78"/>
            </a:rPr>
            <a:t>Predict week9</a:t>
          </a:r>
        </a:p>
      </dgm:t>
    </dgm:pt>
    <dgm:pt modelId="{E602F0E1-024A-5943-96CD-648C58745FC5}" type="parTrans" cxnId="{2E36D094-A26B-684D-BBF8-31ABB72C2AF6}">
      <dgm:prSet/>
      <dgm:spPr/>
      <dgm:t>
        <a:bodyPr/>
        <a:lstStyle/>
        <a:p>
          <a:endParaRPr lang="en-US" sz="1400">
            <a:latin typeface="Nadeem" pitchFamily="2" charset="-78"/>
            <a:cs typeface="Nadeem" pitchFamily="2" charset="-78"/>
          </a:endParaRPr>
        </a:p>
      </dgm:t>
    </dgm:pt>
    <dgm:pt modelId="{900468DC-A44A-4241-B10A-E2D21A7C9745}" type="sibTrans" cxnId="{2E36D094-A26B-684D-BBF8-31ABB72C2AF6}">
      <dgm:prSet/>
      <dgm:spPr/>
      <dgm:t>
        <a:bodyPr/>
        <a:lstStyle/>
        <a:p>
          <a:endParaRPr lang="en-US" sz="1400">
            <a:latin typeface="Nadeem" pitchFamily="2" charset="-78"/>
            <a:cs typeface="Nadeem" pitchFamily="2" charset="-78"/>
          </a:endParaRPr>
        </a:p>
      </dgm:t>
    </dgm:pt>
    <dgm:pt modelId="{D092312D-90B2-374E-B6C1-CB9EE502E5A9}" type="pres">
      <dgm:prSet presAssocID="{3645CD1E-21EE-E042-B3AF-ADA902B525E3}" presName="Name0" presStyleCnt="0">
        <dgm:presLayoutVars>
          <dgm:dir/>
          <dgm:resizeHandles val="exact"/>
        </dgm:presLayoutVars>
      </dgm:prSet>
      <dgm:spPr/>
    </dgm:pt>
    <dgm:pt modelId="{A0B35B71-3C1F-D742-BF07-2FAED650BE01}" type="pres">
      <dgm:prSet presAssocID="{C53A8FEA-1768-2245-AF38-ADBB5C594FCB}" presName="node" presStyleLbl="node1" presStyleIdx="0" presStyleCnt="2" custScaleX="296208" custLinFactNeighborX="-954" custLinFactNeighborY="2541">
        <dgm:presLayoutVars>
          <dgm:bulletEnabled val="1"/>
        </dgm:presLayoutVars>
      </dgm:prSet>
      <dgm:spPr/>
    </dgm:pt>
    <dgm:pt modelId="{72CD8F94-B397-754C-AFF0-366B2E057B3E}" type="pres">
      <dgm:prSet presAssocID="{ADAFC135-4526-9748-BA6C-C8F9A03F36C7}" presName="sibTrans" presStyleLbl="sibTrans2D1" presStyleIdx="0" presStyleCnt="1"/>
      <dgm:spPr/>
    </dgm:pt>
    <dgm:pt modelId="{220BE91D-9858-9941-96EC-4C456ABC0E3F}" type="pres">
      <dgm:prSet presAssocID="{ADAFC135-4526-9748-BA6C-C8F9A03F36C7}" presName="connectorText" presStyleLbl="sibTrans2D1" presStyleIdx="0" presStyleCnt="1"/>
      <dgm:spPr/>
    </dgm:pt>
    <dgm:pt modelId="{4713911D-445D-FB44-AFA7-2EEE71829995}" type="pres">
      <dgm:prSet presAssocID="{B4D0E1F9-7B8A-D94C-BB58-521B7AA54C2D}" presName="node" presStyleLbl="node1" presStyleIdx="1" presStyleCnt="2" custScaleX="112098">
        <dgm:presLayoutVars>
          <dgm:bulletEnabled val="1"/>
        </dgm:presLayoutVars>
      </dgm:prSet>
      <dgm:spPr/>
    </dgm:pt>
  </dgm:ptLst>
  <dgm:cxnLst>
    <dgm:cxn modelId="{04D6101E-94E8-3B47-A238-2F2F3F45DBCE}" srcId="{3645CD1E-21EE-E042-B3AF-ADA902B525E3}" destId="{C53A8FEA-1768-2245-AF38-ADBB5C594FCB}" srcOrd="0" destOrd="0" parTransId="{22A522E5-580A-A140-B2B2-EBA8C498F4A2}" sibTransId="{ADAFC135-4526-9748-BA6C-C8F9A03F36C7}"/>
    <dgm:cxn modelId="{1D839C26-9F93-D646-8FB9-EA34DF0B69A5}" type="presOf" srcId="{B4D0E1F9-7B8A-D94C-BB58-521B7AA54C2D}" destId="{4713911D-445D-FB44-AFA7-2EEE71829995}" srcOrd="0" destOrd="0" presId="urn:microsoft.com/office/officeart/2005/8/layout/process1"/>
    <dgm:cxn modelId="{87AAEA4E-1940-9345-A699-944CCE62CCA3}" type="presOf" srcId="{ADAFC135-4526-9748-BA6C-C8F9A03F36C7}" destId="{72CD8F94-B397-754C-AFF0-366B2E057B3E}" srcOrd="0" destOrd="0" presId="urn:microsoft.com/office/officeart/2005/8/layout/process1"/>
    <dgm:cxn modelId="{B566D06C-960F-4844-B4E3-AE33C7215C5A}" type="presOf" srcId="{3645CD1E-21EE-E042-B3AF-ADA902B525E3}" destId="{D092312D-90B2-374E-B6C1-CB9EE502E5A9}" srcOrd="0" destOrd="0" presId="urn:microsoft.com/office/officeart/2005/8/layout/process1"/>
    <dgm:cxn modelId="{2E36D094-A26B-684D-BBF8-31ABB72C2AF6}" srcId="{3645CD1E-21EE-E042-B3AF-ADA902B525E3}" destId="{B4D0E1F9-7B8A-D94C-BB58-521B7AA54C2D}" srcOrd="1" destOrd="0" parTransId="{E602F0E1-024A-5943-96CD-648C58745FC5}" sibTransId="{900468DC-A44A-4241-B10A-E2D21A7C9745}"/>
    <dgm:cxn modelId="{EC33A0A4-DB4C-C54B-8A93-8B9DB34A05DF}" type="presOf" srcId="{C53A8FEA-1768-2245-AF38-ADBB5C594FCB}" destId="{A0B35B71-3C1F-D742-BF07-2FAED650BE01}" srcOrd="0" destOrd="0" presId="urn:microsoft.com/office/officeart/2005/8/layout/process1"/>
    <dgm:cxn modelId="{26DC62DF-7945-BC4F-93F5-9652BFF9B7E3}" type="presOf" srcId="{ADAFC135-4526-9748-BA6C-C8F9A03F36C7}" destId="{220BE91D-9858-9941-96EC-4C456ABC0E3F}" srcOrd="1" destOrd="0" presId="urn:microsoft.com/office/officeart/2005/8/layout/process1"/>
    <dgm:cxn modelId="{072AD8EF-7D6A-2D4C-87E2-FAA2E128C4CB}" type="presParOf" srcId="{D092312D-90B2-374E-B6C1-CB9EE502E5A9}" destId="{A0B35B71-3C1F-D742-BF07-2FAED650BE01}" srcOrd="0" destOrd="0" presId="urn:microsoft.com/office/officeart/2005/8/layout/process1"/>
    <dgm:cxn modelId="{60EDC802-1EFE-2044-8E47-835179D03A93}" type="presParOf" srcId="{D092312D-90B2-374E-B6C1-CB9EE502E5A9}" destId="{72CD8F94-B397-754C-AFF0-366B2E057B3E}" srcOrd="1" destOrd="0" presId="urn:microsoft.com/office/officeart/2005/8/layout/process1"/>
    <dgm:cxn modelId="{83AB851A-09E8-714C-9A4A-A6F82E781092}" type="presParOf" srcId="{72CD8F94-B397-754C-AFF0-366B2E057B3E}" destId="{220BE91D-9858-9941-96EC-4C456ABC0E3F}" srcOrd="0" destOrd="0" presId="urn:microsoft.com/office/officeart/2005/8/layout/process1"/>
    <dgm:cxn modelId="{7CA11BA8-E1BF-D141-88B7-3ACF08222732}" type="presParOf" srcId="{D092312D-90B2-374E-B6C1-CB9EE502E5A9}" destId="{4713911D-445D-FB44-AFA7-2EEE71829995}" srcOrd="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9FC2CD4-57F2-4E4A-801D-E49C7B8B0226}" type="doc">
      <dgm:prSet loTypeId="urn:microsoft.com/office/officeart/2005/8/layout/cycle1" loCatId="" qsTypeId="urn:microsoft.com/office/officeart/2005/8/quickstyle/simple1" qsCatId="simple" csTypeId="urn:microsoft.com/office/officeart/2005/8/colors/accent1_2" csCatId="accent1" phldr="0"/>
      <dgm:spPr/>
      <dgm:t>
        <a:bodyPr/>
        <a:lstStyle/>
        <a:p>
          <a:endParaRPr lang="en-US"/>
        </a:p>
      </dgm:t>
    </dgm:pt>
    <dgm:pt modelId="{C56E4A3C-112C-2745-A5C1-0F7D42C35899}">
      <dgm:prSet phldrT="[Text]" phldr="1"/>
      <dgm:spPr/>
      <dgm:t>
        <a:bodyPr/>
        <a:lstStyle/>
        <a:p>
          <a:endParaRPr lang="en-US"/>
        </a:p>
      </dgm:t>
    </dgm:pt>
    <dgm:pt modelId="{B1098F2C-A451-A944-8D22-B99516BEB42B}" type="parTrans" cxnId="{9CC8C884-57CE-1E44-B409-9212D5F52B14}">
      <dgm:prSet/>
      <dgm:spPr/>
      <dgm:t>
        <a:bodyPr/>
        <a:lstStyle/>
        <a:p>
          <a:endParaRPr lang="en-US"/>
        </a:p>
      </dgm:t>
    </dgm:pt>
    <dgm:pt modelId="{D9FFD8F4-C56A-E343-9D85-84497F777F54}" type="sibTrans" cxnId="{9CC8C884-57CE-1E44-B409-9212D5F52B14}">
      <dgm:prSet/>
      <dgm:spPr/>
      <dgm:t>
        <a:bodyPr/>
        <a:lstStyle/>
        <a:p>
          <a:endParaRPr lang="en-US"/>
        </a:p>
      </dgm:t>
    </dgm:pt>
    <dgm:pt modelId="{21CC4E86-CD01-D243-A13B-DA167579E088}">
      <dgm:prSet phldrT="[Text]" phldr="1"/>
      <dgm:spPr/>
      <dgm:t>
        <a:bodyPr/>
        <a:lstStyle/>
        <a:p>
          <a:endParaRPr lang="en-US"/>
        </a:p>
      </dgm:t>
    </dgm:pt>
    <dgm:pt modelId="{F949CF30-6366-5C41-B3F5-F3BE7275BFC5}" type="parTrans" cxnId="{FADD8632-6F62-D347-9D25-2AF3067D6D86}">
      <dgm:prSet/>
      <dgm:spPr/>
      <dgm:t>
        <a:bodyPr/>
        <a:lstStyle/>
        <a:p>
          <a:endParaRPr lang="en-US"/>
        </a:p>
      </dgm:t>
    </dgm:pt>
    <dgm:pt modelId="{2561C6C3-88AF-E54C-A319-2CCDE2DE310E}" type="sibTrans" cxnId="{FADD8632-6F62-D347-9D25-2AF3067D6D86}">
      <dgm:prSet/>
      <dgm:spPr/>
      <dgm:t>
        <a:bodyPr/>
        <a:lstStyle/>
        <a:p>
          <a:endParaRPr lang="en-US"/>
        </a:p>
      </dgm:t>
    </dgm:pt>
    <dgm:pt modelId="{70119834-5082-2F47-BE4B-7DA5F523B3F4}">
      <dgm:prSet phldrT="[Text]" phldr="1"/>
      <dgm:spPr/>
      <dgm:t>
        <a:bodyPr/>
        <a:lstStyle/>
        <a:p>
          <a:endParaRPr lang="en-US"/>
        </a:p>
      </dgm:t>
    </dgm:pt>
    <dgm:pt modelId="{2CE41BD7-6486-E143-A9C9-5B6FC0790BC8}" type="parTrans" cxnId="{5CAF9DF1-FC0E-0347-878C-1B26C472F07C}">
      <dgm:prSet/>
      <dgm:spPr/>
      <dgm:t>
        <a:bodyPr/>
        <a:lstStyle/>
        <a:p>
          <a:endParaRPr lang="en-US"/>
        </a:p>
      </dgm:t>
    </dgm:pt>
    <dgm:pt modelId="{D27986A2-2A70-0C4F-A006-FC1DFA73FD93}" type="sibTrans" cxnId="{5CAF9DF1-FC0E-0347-878C-1B26C472F07C}">
      <dgm:prSet/>
      <dgm:spPr/>
      <dgm:t>
        <a:bodyPr/>
        <a:lstStyle/>
        <a:p>
          <a:endParaRPr lang="en-US"/>
        </a:p>
      </dgm:t>
    </dgm:pt>
    <dgm:pt modelId="{8249C817-5067-B14D-9C56-BA49E594B92A}">
      <dgm:prSet phldrT="[Text]" phldr="1"/>
      <dgm:spPr/>
      <dgm:t>
        <a:bodyPr/>
        <a:lstStyle/>
        <a:p>
          <a:endParaRPr lang="en-US"/>
        </a:p>
      </dgm:t>
    </dgm:pt>
    <dgm:pt modelId="{9D39D801-83D4-F04E-B16D-4D4BE1502617}" type="parTrans" cxnId="{D1614C93-DD5D-DD40-A8F1-AC4A96864561}">
      <dgm:prSet/>
      <dgm:spPr/>
      <dgm:t>
        <a:bodyPr/>
        <a:lstStyle/>
        <a:p>
          <a:endParaRPr lang="en-US"/>
        </a:p>
      </dgm:t>
    </dgm:pt>
    <dgm:pt modelId="{A98B7C4B-DD5E-9148-A3BF-CE4F5A745DBF}" type="sibTrans" cxnId="{D1614C93-DD5D-DD40-A8F1-AC4A96864561}">
      <dgm:prSet/>
      <dgm:spPr/>
      <dgm:t>
        <a:bodyPr/>
        <a:lstStyle/>
        <a:p>
          <a:endParaRPr lang="en-US"/>
        </a:p>
      </dgm:t>
    </dgm:pt>
    <dgm:pt modelId="{AB72D237-BEFC-C44F-B919-BC35DD3A6AEB}">
      <dgm:prSet phldrT="[Text]" phldr="1"/>
      <dgm:spPr/>
      <dgm:t>
        <a:bodyPr/>
        <a:lstStyle/>
        <a:p>
          <a:endParaRPr lang="en-US"/>
        </a:p>
      </dgm:t>
    </dgm:pt>
    <dgm:pt modelId="{D6BFD6FD-F036-F447-80DD-F008CF4BE672}" type="parTrans" cxnId="{AD34BCB5-8EBF-1246-A430-B0374A455A3D}">
      <dgm:prSet/>
      <dgm:spPr/>
      <dgm:t>
        <a:bodyPr/>
        <a:lstStyle/>
        <a:p>
          <a:endParaRPr lang="en-US"/>
        </a:p>
      </dgm:t>
    </dgm:pt>
    <dgm:pt modelId="{CC2B1185-A6E4-354A-B432-8D117E09C46A}" type="sibTrans" cxnId="{AD34BCB5-8EBF-1246-A430-B0374A455A3D}">
      <dgm:prSet/>
      <dgm:spPr/>
      <dgm:t>
        <a:bodyPr/>
        <a:lstStyle/>
        <a:p>
          <a:endParaRPr lang="en-US"/>
        </a:p>
      </dgm:t>
    </dgm:pt>
    <dgm:pt modelId="{F44CE37B-C848-5F4A-A910-388BC9BB9115}" type="pres">
      <dgm:prSet presAssocID="{69FC2CD4-57F2-4E4A-801D-E49C7B8B0226}" presName="cycle" presStyleCnt="0">
        <dgm:presLayoutVars>
          <dgm:dir/>
          <dgm:resizeHandles val="exact"/>
        </dgm:presLayoutVars>
      </dgm:prSet>
      <dgm:spPr/>
    </dgm:pt>
    <dgm:pt modelId="{B406EA46-C8AF-2C4E-B089-9E9030731D42}" type="pres">
      <dgm:prSet presAssocID="{C56E4A3C-112C-2745-A5C1-0F7D42C35899}" presName="dummy" presStyleCnt="0"/>
      <dgm:spPr/>
    </dgm:pt>
    <dgm:pt modelId="{4206DDD3-058A-4C4D-A311-498587605B96}" type="pres">
      <dgm:prSet presAssocID="{C56E4A3C-112C-2745-A5C1-0F7D42C35899}" presName="node" presStyleLbl="revTx" presStyleIdx="0" presStyleCnt="5">
        <dgm:presLayoutVars>
          <dgm:bulletEnabled val="1"/>
        </dgm:presLayoutVars>
      </dgm:prSet>
      <dgm:spPr/>
    </dgm:pt>
    <dgm:pt modelId="{18E47E16-D3C5-DB4A-BFD1-4DDD8F98C7A6}" type="pres">
      <dgm:prSet presAssocID="{D9FFD8F4-C56A-E343-9D85-84497F777F54}" presName="sibTrans" presStyleLbl="node1" presStyleIdx="0" presStyleCnt="5"/>
      <dgm:spPr/>
    </dgm:pt>
    <dgm:pt modelId="{A287A018-1D9C-FA41-A09E-C3C787E2EF12}" type="pres">
      <dgm:prSet presAssocID="{21CC4E86-CD01-D243-A13B-DA167579E088}" presName="dummy" presStyleCnt="0"/>
      <dgm:spPr/>
    </dgm:pt>
    <dgm:pt modelId="{EC29077D-15F8-8145-9213-74B81A3673D4}" type="pres">
      <dgm:prSet presAssocID="{21CC4E86-CD01-D243-A13B-DA167579E088}" presName="node" presStyleLbl="revTx" presStyleIdx="1" presStyleCnt="5">
        <dgm:presLayoutVars>
          <dgm:bulletEnabled val="1"/>
        </dgm:presLayoutVars>
      </dgm:prSet>
      <dgm:spPr/>
    </dgm:pt>
    <dgm:pt modelId="{A8E36D1B-DB7A-C74F-A178-E8A5115EC0C2}" type="pres">
      <dgm:prSet presAssocID="{2561C6C3-88AF-E54C-A319-2CCDE2DE310E}" presName="sibTrans" presStyleLbl="node1" presStyleIdx="1" presStyleCnt="5"/>
      <dgm:spPr/>
    </dgm:pt>
    <dgm:pt modelId="{450EBB79-ECD6-1149-ABC2-DA55C74A7F10}" type="pres">
      <dgm:prSet presAssocID="{70119834-5082-2F47-BE4B-7DA5F523B3F4}" presName="dummy" presStyleCnt="0"/>
      <dgm:spPr/>
    </dgm:pt>
    <dgm:pt modelId="{CBF08767-B33A-C140-9F65-74F5AB07F1AC}" type="pres">
      <dgm:prSet presAssocID="{70119834-5082-2F47-BE4B-7DA5F523B3F4}" presName="node" presStyleLbl="revTx" presStyleIdx="2" presStyleCnt="5">
        <dgm:presLayoutVars>
          <dgm:bulletEnabled val="1"/>
        </dgm:presLayoutVars>
      </dgm:prSet>
      <dgm:spPr/>
    </dgm:pt>
    <dgm:pt modelId="{D09AF998-CC0A-F24F-B42A-4B803DFBB390}" type="pres">
      <dgm:prSet presAssocID="{D27986A2-2A70-0C4F-A006-FC1DFA73FD93}" presName="sibTrans" presStyleLbl="node1" presStyleIdx="2" presStyleCnt="5"/>
      <dgm:spPr/>
    </dgm:pt>
    <dgm:pt modelId="{88DEA3B8-FC82-684A-812E-11F97DA028B9}" type="pres">
      <dgm:prSet presAssocID="{8249C817-5067-B14D-9C56-BA49E594B92A}" presName="dummy" presStyleCnt="0"/>
      <dgm:spPr/>
    </dgm:pt>
    <dgm:pt modelId="{2067A769-0E12-834C-BBFA-9515FB7FD936}" type="pres">
      <dgm:prSet presAssocID="{8249C817-5067-B14D-9C56-BA49E594B92A}" presName="node" presStyleLbl="revTx" presStyleIdx="3" presStyleCnt="5">
        <dgm:presLayoutVars>
          <dgm:bulletEnabled val="1"/>
        </dgm:presLayoutVars>
      </dgm:prSet>
      <dgm:spPr/>
    </dgm:pt>
    <dgm:pt modelId="{3E7A33EB-1102-D447-BD99-10874611D050}" type="pres">
      <dgm:prSet presAssocID="{A98B7C4B-DD5E-9148-A3BF-CE4F5A745DBF}" presName="sibTrans" presStyleLbl="node1" presStyleIdx="3" presStyleCnt="5"/>
      <dgm:spPr/>
    </dgm:pt>
    <dgm:pt modelId="{37CFF4C3-6FC4-ED48-87CD-E6EA2F358ACB}" type="pres">
      <dgm:prSet presAssocID="{AB72D237-BEFC-C44F-B919-BC35DD3A6AEB}" presName="dummy" presStyleCnt="0"/>
      <dgm:spPr/>
    </dgm:pt>
    <dgm:pt modelId="{65F463A7-F460-E044-954A-1AEF65E3F10B}" type="pres">
      <dgm:prSet presAssocID="{AB72D237-BEFC-C44F-B919-BC35DD3A6AEB}" presName="node" presStyleLbl="revTx" presStyleIdx="4" presStyleCnt="5">
        <dgm:presLayoutVars>
          <dgm:bulletEnabled val="1"/>
        </dgm:presLayoutVars>
      </dgm:prSet>
      <dgm:spPr/>
    </dgm:pt>
    <dgm:pt modelId="{142FB54B-B6D9-E249-8378-BAE5E484E62C}" type="pres">
      <dgm:prSet presAssocID="{CC2B1185-A6E4-354A-B432-8D117E09C46A}" presName="sibTrans" presStyleLbl="node1" presStyleIdx="4" presStyleCnt="5"/>
      <dgm:spPr/>
    </dgm:pt>
  </dgm:ptLst>
  <dgm:cxnLst>
    <dgm:cxn modelId="{59847F06-88AA-C14A-B918-D06E83D7C02E}" type="presOf" srcId="{D9FFD8F4-C56A-E343-9D85-84497F777F54}" destId="{18E47E16-D3C5-DB4A-BFD1-4DDD8F98C7A6}" srcOrd="0" destOrd="0" presId="urn:microsoft.com/office/officeart/2005/8/layout/cycle1"/>
    <dgm:cxn modelId="{DFBE432F-514D-2647-9D96-BD3A4FDC813F}" type="presOf" srcId="{A98B7C4B-DD5E-9148-A3BF-CE4F5A745DBF}" destId="{3E7A33EB-1102-D447-BD99-10874611D050}" srcOrd="0" destOrd="0" presId="urn:microsoft.com/office/officeart/2005/8/layout/cycle1"/>
    <dgm:cxn modelId="{FADD8632-6F62-D347-9D25-2AF3067D6D86}" srcId="{69FC2CD4-57F2-4E4A-801D-E49C7B8B0226}" destId="{21CC4E86-CD01-D243-A13B-DA167579E088}" srcOrd="1" destOrd="0" parTransId="{F949CF30-6366-5C41-B3F5-F3BE7275BFC5}" sibTransId="{2561C6C3-88AF-E54C-A319-2CCDE2DE310E}"/>
    <dgm:cxn modelId="{62470836-C99A-174F-B64B-C53D2D7D0507}" type="presOf" srcId="{CC2B1185-A6E4-354A-B432-8D117E09C46A}" destId="{142FB54B-B6D9-E249-8378-BAE5E484E62C}" srcOrd="0" destOrd="0" presId="urn:microsoft.com/office/officeart/2005/8/layout/cycle1"/>
    <dgm:cxn modelId="{0809ED3E-5C85-4442-8C18-7A0F6D108AC4}" type="presOf" srcId="{69FC2CD4-57F2-4E4A-801D-E49C7B8B0226}" destId="{F44CE37B-C848-5F4A-A910-388BC9BB9115}" srcOrd="0" destOrd="0" presId="urn:microsoft.com/office/officeart/2005/8/layout/cycle1"/>
    <dgm:cxn modelId="{B99EB557-EE07-5F48-A156-F17092C8F0D8}" type="presOf" srcId="{C56E4A3C-112C-2745-A5C1-0F7D42C35899}" destId="{4206DDD3-058A-4C4D-A311-498587605B96}" srcOrd="0" destOrd="0" presId="urn:microsoft.com/office/officeart/2005/8/layout/cycle1"/>
    <dgm:cxn modelId="{9CC8C884-57CE-1E44-B409-9212D5F52B14}" srcId="{69FC2CD4-57F2-4E4A-801D-E49C7B8B0226}" destId="{C56E4A3C-112C-2745-A5C1-0F7D42C35899}" srcOrd="0" destOrd="0" parTransId="{B1098F2C-A451-A944-8D22-B99516BEB42B}" sibTransId="{D9FFD8F4-C56A-E343-9D85-84497F777F54}"/>
    <dgm:cxn modelId="{D1614C93-DD5D-DD40-A8F1-AC4A96864561}" srcId="{69FC2CD4-57F2-4E4A-801D-E49C7B8B0226}" destId="{8249C817-5067-B14D-9C56-BA49E594B92A}" srcOrd="3" destOrd="0" parTransId="{9D39D801-83D4-F04E-B16D-4D4BE1502617}" sibTransId="{A98B7C4B-DD5E-9148-A3BF-CE4F5A745DBF}"/>
    <dgm:cxn modelId="{689F949A-2273-9D44-92AA-3BFE465F6729}" type="presOf" srcId="{8249C817-5067-B14D-9C56-BA49E594B92A}" destId="{2067A769-0E12-834C-BBFA-9515FB7FD936}" srcOrd="0" destOrd="0" presId="urn:microsoft.com/office/officeart/2005/8/layout/cycle1"/>
    <dgm:cxn modelId="{C80819A2-0AEF-B146-8807-B40BEA88F7A6}" type="presOf" srcId="{2561C6C3-88AF-E54C-A319-2CCDE2DE310E}" destId="{A8E36D1B-DB7A-C74F-A178-E8A5115EC0C2}" srcOrd="0" destOrd="0" presId="urn:microsoft.com/office/officeart/2005/8/layout/cycle1"/>
    <dgm:cxn modelId="{AD34BCB5-8EBF-1246-A430-B0374A455A3D}" srcId="{69FC2CD4-57F2-4E4A-801D-E49C7B8B0226}" destId="{AB72D237-BEFC-C44F-B919-BC35DD3A6AEB}" srcOrd="4" destOrd="0" parTransId="{D6BFD6FD-F036-F447-80DD-F008CF4BE672}" sibTransId="{CC2B1185-A6E4-354A-B432-8D117E09C46A}"/>
    <dgm:cxn modelId="{34B668BB-E435-934C-8724-BB7274660946}" type="presOf" srcId="{AB72D237-BEFC-C44F-B919-BC35DD3A6AEB}" destId="{65F463A7-F460-E044-954A-1AEF65E3F10B}" srcOrd="0" destOrd="0" presId="urn:microsoft.com/office/officeart/2005/8/layout/cycle1"/>
    <dgm:cxn modelId="{6A422DC3-5284-F747-A511-9AB9EF449668}" type="presOf" srcId="{D27986A2-2A70-0C4F-A006-FC1DFA73FD93}" destId="{D09AF998-CC0A-F24F-B42A-4B803DFBB390}" srcOrd="0" destOrd="0" presId="urn:microsoft.com/office/officeart/2005/8/layout/cycle1"/>
    <dgm:cxn modelId="{7367ABCC-A939-F24C-A9DB-2F66D2B8864E}" type="presOf" srcId="{70119834-5082-2F47-BE4B-7DA5F523B3F4}" destId="{CBF08767-B33A-C140-9F65-74F5AB07F1AC}" srcOrd="0" destOrd="0" presId="urn:microsoft.com/office/officeart/2005/8/layout/cycle1"/>
    <dgm:cxn modelId="{6A964CEE-9A89-5145-8B95-EA64424E80AB}" type="presOf" srcId="{21CC4E86-CD01-D243-A13B-DA167579E088}" destId="{EC29077D-15F8-8145-9213-74B81A3673D4}" srcOrd="0" destOrd="0" presId="urn:microsoft.com/office/officeart/2005/8/layout/cycle1"/>
    <dgm:cxn modelId="{5CAF9DF1-FC0E-0347-878C-1B26C472F07C}" srcId="{69FC2CD4-57F2-4E4A-801D-E49C7B8B0226}" destId="{70119834-5082-2F47-BE4B-7DA5F523B3F4}" srcOrd="2" destOrd="0" parTransId="{2CE41BD7-6486-E143-A9C9-5B6FC0790BC8}" sibTransId="{D27986A2-2A70-0C4F-A006-FC1DFA73FD93}"/>
    <dgm:cxn modelId="{06AC0BE2-E02E-FB40-8610-19A7392994BB}" type="presParOf" srcId="{F44CE37B-C848-5F4A-A910-388BC9BB9115}" destId="{B406EA46-C8AF-2C4E-B089-9E9030731D42}" srcOrd="0" destOrd="0" presId="urn:microsoft.com/office/officeart/2005/8/layout/cycle1"/>
    <dgm:cxn modelId="{38A2F908-3DAC-B541-B6DE-7A7CE3FF6B1C}" type="presParOf" srcId="{F44CE37B-C848-5F4A-A910-388BC9BB9115}" destId="{4206DDD3-058A-4C4D-A311-498587605B96}" srcOrd="1" destOrd="0" presId="urn:microsoft.com/office/officeart/2005/8/layout/cycle1"/>
    <dgm:cxn modelId="{82B4CFD0-F671-2941-BC59-26AEEF77D88A}" type="presParOf" srcId="{F44CE37B-C848-5F4A-A910-388BC9BB9115}" destId="{18E47E16-D3C5-DB4A-BFD1-4DDD8F98C7A6}" srcOrd="2" destOrd="0" presId="urn:microsoft.com/office/officeart/2005/8/layout/cycle1"/>
    <dgm:cxn modelId="{58B238E6-FD91-D54D-BECD-71B50CA4799D}" type="presParOf" srcId="{F44CE37B-C848-5F4A-A910-388BC9BB9115}" destId="{A287A018-1D9C-FA41-A09E-C3C787E2EF12}" srcOrd="3" destOrd="0" presId="urn:microsoft.com/office/officeart/2005/8/layout/cycle1"/>
    <dgm:cxn modelId="{435BAAF5-0D4A-B743-8AF4-2CD532BC6356}" type="presParOf" srcId="{F44CE37B-C848-5F4A-A910-388BC9BB9115}" destId="{EC29077D-15F8-8145-9213-74B81A3673D4}" srcOrd="4" destOrd="0" presId="urn:microsoft.com/office/officeart/2005/8/layout/cycle1"/>
    <dgm:cxn modelId="{9822DA49-27F3-1D4F-A4D2-0C57135F9A75}" type="presParOf" srcId="{F44CE37B-C848-5F4A-A910-388BC9BB9115}" destId="{A8E36D1B-DB7A-C74F-A178-E8A5115EC0C2}" srcOrd="5" destOrd="0" presId="urn:microsoft.com/office/officeart/2005/8/layout/cycle1"/>
    <dgm:cxn modelId="{E65D5995-8A36-CD4B-B9C1-75841B8EE74B}" type="presParOf" srcId="{F44CE37B-C848-5F4A-A910-388BC9BB9115}" destId="{450EBB79-ECD6-1149-ABC2-DA55C74A7F10}" srcOrd="6" destOrd="0" presId="urn:microsoft.com/office/officeart/2005/8/layout/cycle1"/>
    <dgm:cxn modelId="{85F1D59D-FD38-3F42-9349-5DF3B8FA0586}" type="presParOf" srcId="{F44CE37B-C848-5F4A-A910-388BC9BB9115}" destId="{CBF08767-B33A-C140-9F65-74F5AB07F1AC}" srcOrd="7" destOrd="0" presId="urn:microsoft.com/office/officeart/2005/8/layout/cycle1"/>
    <dgm:cxn modelId="{FB53D38B-04B1-A24D-BE65-72373621BBEE}" type="presParOf" srcId="{F44CE37B-C848-5F4A-A910-388BC9BB9115}" destId="{D09AF998-CC0A-F24F-B42A-4B803DFBB390}" srcOrd="8" destOrd="0" presId="urn:microsoft.com/office/officeart/2005/8/layout/cycle1"/>
    <dgm:cxn modelId="{6D9A1927-4D94-4241-8257-D99F996730B7}" type="presParOf" srcId="{F44CE37B-C848-5F4A-A910-388BC9BB9115}" destId="{88DEA3B8-FC82-684A-812E-11F97DA028B9}" srcOrd="9" destOrd="0" presId="urn:microsoft.com/office/officeart/2005/8/layout/cycle1"/>
    <dgm:cxn modelId="{7AE4CFDA-4522-B54B-8963-2AEE514CF76F}" type="presParOf" srcId="{F44CE37B-C848-5F4A-A910-388BC9BB9115}" destId="{2067A769-0E12-834C-BBFA-9515FB7FD936}" srcOrd="10" destOrd="0" presId="urn:microsoft.com/office/officeart/2005/8/layout/cycle1"/>
    <dgm:cxn modelId="{EC0C975B-4DFE-1E44-9090-074AC32C84C4}" type="presParOf" srcId="{F44CE37B-C848-5F4A-A910-388BC9BB9115}" destId="{3E7A33EB-1102-D447-BD99-10874611D050}" srcOrd="11" destOrd="0" presId="urn:microsoft.com/office/officeart/2005/8/layout/cycle1"/>
    <dgm:cxn modelId="{54C6796D-CC34-8540-AB22-5C97391C0398}" type="presParOf" srcId="{F44CE37B-C848-5F4A-A910-388BC9BB9115}" destId="{37CFF4C3-6FC4-ED48-87CD-E6EA2F358ACB}" srcOrd="12" destOrd="0" presId="urn:microsoft.com/office/officeart/2005/8/layout/cycle1"/>
    <dgm:cxn modelId="{2A8A5A55-9808-684E-8CE4-5BEC6B7531E5}" type="presParOf" srcId="{F44CE37B-C848-5F4A-A910-388BC9BB9115}" destId="{65F463A7-F460-E044-954A-1AEF65E3F10B}" srcOrd="13" destOrd="0" presId="urn:microsoft.com/office/officeart/2005/8/layout/cycle1"/>
    <dgm:cxn modelId="{DCD8C872-C742-EC4A-A34B-687D23C39D7E}" type="presParOf" srcId="{F44CE37B-C848-5F4A-A910-388BC9BB9115}" destId="{142FB54B-B6D9-E249-8378-BAE5E484E62C}" srcOrd="14"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B35B71-3C1F-D742-BF07-2FAED650BE01}">
      <dsp:nvSpPr>
        <dsp:cNvPr id="0" name=""/>
        <dsp:cNvSpPr/>
      </dsp:nvSpPr>
      <dsp:spPr>
        <a:xfrm>
          <a:off x="2942" y="158248"/>
          <a:ext cx="1286487" cy="77189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Nadeem" pitchFamily="2" charset="-78"/>
              <a:cs typeface="Nadeem" pitchFamily="2" charset="-78"/>
            </a:rPr>
            <a:t>Satellite Data</a:t>
          </a:r>
        </a:p>
      </dsp:txBody>
      <dsp:txXfrm>
        <a:off x="25550" y="180856"/>
        <a:ext cx="1241271" cy="726676"/>
      </dsp:txXfrm>
    </dsp:sp>
    <dsp:sp modelId="{72CD8F94-B397-754C-AFF0-366B2E057B3E}">
      <dsp:nvSpPr>
        <dsp:cNvPr id="0" name=""/>
        <dsp:cNvSpPr/>
      </dsp:nvSpPr>
      <dsp:spPr>
        <a:xfrm>
          <a:off x="1418079" y="384670"/>
          <a:ext cx="272735" cy="319049"/>
        </a:xfrm>
        <a:prstGeom prst="rightArrow">
          <a:avLst>
            <a:gd name="adj1" fmla="val 60000"/>
            <a:gd name="adj2" fmla="val 50000"/>
          </a:avLst>
        </a:prstGeom>
        <a:solidFill>
          <a:schemeClr val="accent1">
            <a:lumMod val="20000"/>
            <a:lumOff val="80000"/>
          </a:schemeClr>
        </a:solidFill>
        <a:ln>
          <a:solidFill>
            <a:schemeClr val="dk1">
              <a:shade val="80000"/>
              <a:hueOff val="0"/>
              <a:satOff val="0"/>
              <a:lumOff val="0"/>
            </a:schemeClr>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rtl="0">
            <a:lnSpc>
              <a:spcPct val="90000"/>
            </a:lnSpc>
            <a:spcBef>
              <a:spcPct val="0"/>
            </a:spcBef>
            <a:spcAft>
              <a:spcPct val="35000"/>
            </a:spcAft>
            <a:buNone/>
          </a:pPr>
          <a:endParaRPr lang="en-US" sz="1400" kern="1200">
            <a:latin typeface="Nadeem" pitchFamily="2" charset="-78"/>
            <a:cs typeface="Nadeem" pitchFamily="2" charset="-78"/>
          </a:endParaRPr>
        </a:p>
      </dsp:txBody>
      <dsp:txXfrm>
        <a:off x="1418079" y="448480"/>
        <a:ext cx="190915" cy="191429"/>
      </dsp:txXfrm>
    </dsp:sp>
    <dsp:sp modelId="{D1B8797C-607C-334B-AB3C-B84708B320D2}">
      <dsp:nvSpPr>
        <dsp:cNvPr id="0" name=""/>
        <dsp:cNvSpPr/>
      </dsp:nvSpPr>
      <dsp:spPr>
        <a:xfrm>
          <a:off x="1804025" y="158248"/>
          <a:ext cx="1286487" cy="77189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Nadeem" pitchFamily="2" charset="-78"/>
              <a:cs typeface="Nadeem" pitchFamily="2" charset="-78"/>
            </a:rPr>
            <a:t>Feature Engineering</a:t>
          </a:r>
        </a:p>
      </dsp:txBody>
      <dsp:txXfrm>
        <a:off x="1826633" y="180856"/>
        <a:ext cx="1241271" cy="726676"/>
      </dsp:txXfrm>
    </dsp:sp>
    <dsp:sp modelId="{8577F221-6194-144E-90AF-F385F73D72A0}">
      <dsp:nvSpPr>
        <dsp:cNvPr id="0" name=""/>
        <dsp:cNvSpPr/>
      </dsp:nvSpPr>
      <dsp:spPr>
        <a:xfrm>
          <a:off x="3219162" y="384670"/>
          <a:ext cx="272735" cy="319049"/>
        </a:xfrm>
        <a:prstGeom prst="rightArrow">
          <a:avLst>
            <a:gd name="adj1" fmla="val 60000"/>
            <a:gd name="adj2" fmla="val 50000"/>
          </a:avLst>
        </a:prstGeom>
        <a:solidFill>
          <a:schemeClr val="accent1">
            <a:lumMod val="20000"/>
            <a:lumOff val="80000"/>
          </a:schemeClr>
        </a:solidFill>
        <a:ln>
          <a:solidFill>
            <a:schemeClr val="dk1">
              <a:shade val="80000"/>
              <a:hueOff val="0"/>
              <a:satOff val="0"/>
              <a:lumOff val="0"/>
            </a:schemeClr>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rtl="0">
            <a:lnSpc>
              <a:spcPct val="90000"/>
            </a:lnSpc>
            <a:spcBef>
              <a:spcPct val="0"/>
            </a:spcBef>
            <a:spcAft>
              <a:spcPct val="35000"/>
            </a:spcAft>
            <a:buNone/>
          </a:pPr>
          <a:endParaRPr lang="en-US" sz="1400" kern="1200">
            <a:latin typeface="Nadeem" pitchFamily="2" charset="-78"/>
            <a:cs typeface="Nadeem" pitchFamily="2" charset="-78"/>
          </a:endParaRPr>
        </a:p>
      </dsp:txBody>
      <dsp:txXfrm>
        <a:off x="3219162" y="448480"/>
        <a:ext cx="190915" cy="191429"/>
      </dsp:txXfrm>
    </dsp:sp>
    <dsp:sp modelId="{E58FC875-57D9-A443-A720-879C9C7F16D6}">
      <dsp:nvSpPr>
        <dsp:cNvPr id="0" name=""/>
        <dsp:cNvSpPr/>
      </dsp:nvSpPr>
      <dsp:spPr>
        <a:xfrm>
          <a:off x="3605108" y="158248"/>
          <a:ext cx="1286487" cy="77189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Nadeem" pitchFamily="2" charset="-78"/>
              <a:cs typeface="Nadeem" pitchFamily="2" charset="-78"/>
            </a:rPr>
            <a:t>LSTM Model</a:t>
          </a:r>
        </a:p>
      </dsp:txBody>
      <dsp:txXfrm>
        <a:off x="3627716" y="180856"/>
        <a:ext cx="1241271" cy="726676"/>
      </dsp:txXfrm>
    </dsp:sp>
    <dsp:sp modelId="{A5B936F1-36B3-FF47-813C-DED1A453E66C}">
      <dsp:nvSpPr>
        <dsp:cNvPr id="0" name=""/>
        <dsp:cNvSpPr/>
      </dsp:nvSpPr>
      <dsp:spPr>
        <a:xfrm>
          <a:off x="5020245" y="384670"/>
          <a:ext cx="272735" cy="319049"/>
        </a:xfrm>
        <a:prstGeom prst="rightArrow">
          <a:avLst>
            <a:gd name="adj1" fmla="val 60000"/>
            <a:gd name="adj2" fmla="val 50000"/>
          </a:avLst>
        </a:prstGeom>
        <a:solidFill>
          <a:schemeClr val="accent1">
            <a:lumMod val="20000"/>
            <a:lumOff val="80000"/>
          </a:schemeClr>
        </a:solidFill>
        <a:ln>
          <a:solidFill>
            <a:schemeClr val="dk1">
              <a:shade val="80000"/>
              <a:hueOff val="0"/>
              <a:satOff val="0"/>
              <a:lumOff val="0"/>
            </a:schemeClr>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rtl="0">
            <a:lnSpc>
              <a:spcPct val="90000"/>
            </a:lnSpc>
            <a:spcBef>
              <a:spcPct val="0"/>
            </a:spcBef>
            <a:spcAft>
              <a:spcPct val="35000"/>
            </a:spcAft>
            <a:buNone/>
          </a:pPr>
          <a:endParaRPr lang="en-US" sz="1400" kern="1200">
            <a:latin typeface="Nadeem" pitchFamily="2" charset="-78"/>
            <a:cs typeface="Nadeem" pitchFamily="2" charset="-78"/>
          </a:endParaRPr>
        </a:p>
      </dsp:txBody>
      <dsp:txXfrm>
        <a:off x="5020245" y="448480"/>
        <a:ext cx="190915" cy="191429"/>
      </dsp:txXfrm>
    </dsp:sp>
    <dsp:sp modelId="{70A644C4-8E92-6943-B04D-76F359AD2648}">
      <dsp:nvSpPr>
        <dsp:cNvPr id="0" name=""/>
        <dsp:cNvSpPr/>
      </dsp:nvSpPr>
      <dsp:spPr>
        <a:xfrm>
          <a:off x="5406191" y="158248"/>
          <a:ext cx="1286487" cy="77189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Nadeem" pitchFamily="2" charset="-78"/>
              <a:cs typeface="Nadeem" pitchFamily="2" charset="-78"/>
            </a:rPr>
            <a:t>Forecast</a:t>
          </a:r>
        </a:p>
      </dsp:txBody>
      <dsp:txXfrm>
        <a:off x="5428799" y="180856"/>
        <a:ext cx="1241271" cy="7266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B35B71-3C1F-D742-BF07-2FAED650BE01}">
      <dsp:nvSpPr>
        <dsp:cNvPr id="0" name=""/>
        <dsp:cNvSpPr/>
      </dsp:nvSpPr>
      <dsp:spPr>
        <a:xfrm>
          <a:off x="0" y="280693"/>
          <a:ext cx="993041" cy="595824"/>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latin typeface="Nadeem" pitchFamily="2" charset="-78"/>
              <a:cs typeface="Nadeem" pitchFamily="2" charset="-78"/>
            </a:rPr>
            <a:t>Data Extraction</a:t>
          </a:r>
        </a:p>
      </dsp:txBody>
      <dsp:txXfrm>
        <a:off x="17451" y="298144"/>
        <a:ext cx="958139" cy="560922"/>
      </dsp:txXfrm>
    </dsp:sp>
    <dsp:sp modelId="{72CD8F94-B397-754C-AFF0-366B2E057B3E}">
      <dsp:nvSpPr>
        <dsp:cNvPr id="0" name=""/>
        <dsp:cNvSpPr/>
      </dsp:nvSpPr>
      <dsp:spPr>
        <a:xfrm>
          <a:off x="1092345" y="455468"/>
          <a:ext cx="210524" cy="246274"/>
        </a:xfrm>
        <a:prstGeom prst="rightArrow">
          <a:avLst>
            <a:gd name="adj1" fmla="val 60000"/>
            <a:gd name="adj2" fmla="val 50000"/>
          </a:avLst>
        </a:prstGeom>
        <a:solidFill>
          <a:schemeClr val="accent1">
            <a:lumMod val="20000"/>
            <a:lumOff val="8000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rtl="0">
            <a:lnSpc>
              <a:spcPct val="90000"/>
            </a:lnSpc>
            <a:spcBef>
              <a:spcPct val="0"/>
            </a:spcBef>
            <a:spcAft>
              <a:spcPct val="35000"/>
            </a:spcAft>
            <a:buNone/>
          </a:pPr>
          <a:endParaRPr lang="en-US" sz="900" kern="1200">
            <a:latin typeface="Nadeem" pitchFamily="2" charset="-78"/>
            <a:cs typeface="Nadeem" pitchFamily="2" charset="-78"/>
          </a:endParaRPr>
        </a:p>
      </dsp:txBody>
      <dsp:txXfrm>
        <a:off x="1092345" y="504723"/>
        <a:ext cx="147367" cy="147764"/>
      </dsp:txXfrm>
    </dsp:sp>
    <dsp:sp modelId="{D1B8797C-607C-334B-AB3C-B84708B320D2}">
      <dsp:nvSpPr>
        <dsp:cNvPr id="0" name=""/>
        <dsp:cNvSpPr/>
      </dsp:nvSpPr>
      <dsp:spPr>
        <a:xfrm>
          <a:off x="1390257" y="280693"/>
          <a:ext cx="993041" cy="595824"/>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latin typeface="Nadeem" pitchFamily="2" charset="-78"/>
              <a:cs typeface="Nadeem" pitchFamily="2" charset="-78"/>
            </a:rPr>
            <a:t>Preprocessing</a:t>
          </a:r>
        </a:p>
      </dsp:txBody>
      <dsp:txXfrm>
        <a:off x="1407708" y="298144"/>
        <a:ext cx="958139" cy="560922"/>
      </dsp:txXfrm>
    </dsp:sp>
    <dsp:sp modelId="{8577F221-6194-144E-90AF-F385F73D72A0}">
      <dsp:nvSpPr>
        <dsp:cNvPr id="0" name=""/>
        <dsp:cNvSpPr/>
      </dsp:nvSpPr>
      <dsp:spPr>
        <a:xfrm>
          <a:off x="2482603" y="455468"/>
          <a:ext cx="210524" cy="246274"/>
        </a:xfrm>
        <a:prstGeom prst="rightArrow">
          <a:avLst>
            <a:gd name="adj1" fmla="val 60000"/>
            <a:gd name="adj2" fmla="val 50000"/>
          </a:avLst>
        </a:prstGeom>
        <a:solidFill>
          <a:schemeClr val="accent1">
            <a:lumMod val="20000"/>
            <a:lumOff val="8000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rtl="0">
            <a:lnSpc>
              <a:spcPct val="90000"/>
            </a:lnSpc>
            <a:spcBef>
              <a:spcPct val="0"/>
            </a:spcBef>
            <a:spcAft>
              <a:spcPct val="35000"/>
            </a:spcAft>
            <a:buNone/>
          </a:pPr>
          <a:endParaRPr lang="en-US" sz="900" kern="1200">
            <a:latin typeface="Nadeem" pitchFamily="2" charset="-78"/>
            <a:cs typeface="Nadeem" pitchFamily="2" charset="-78"/>
          </a:endParaRPr>
        </a:p>
      </dsp:txBody>
      <dsp:txXfrm>
        <a:off x="2482603" y="504723"/>
        <a:ext cx="147367" cy="147764"/>
      </dsp:txXfrm>
    </dsp:sp>
    <dsp:sp modelId="{E58FC875-57D9-A443-A720-879C9C7F16D6}">
      <dsp:nvSpPr>
        <dsp:cNvPr id="0" name=""/>
        <dsp:cNvSpPr/>
      </dsp:nvSpPr>
      <dsp:spPr>
        <a:xfrm>
          <a:off x="2780515" y="280693"/>
          <a:ext cx="993041" cy="595824"/>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latin typeface="Nadeem" pitchFamily="2" charset="-78"/>
              <a:cs typeface="Nadeem" pitchFamily="2" charset="-78"/>
            </a:rPr>
            <a:t>Sequence Construction</a:t>
          </a:r>
        </a:p>
      </dsp:txBody>
      <dsp:txXfrm>
        <a:off x="2797966" y="298144"/>
        <a:ext cx="958139" cy="560922"/>
      </dsp:txXfrm>
    </dsp:sp>
    <dsp:sp modelId="{A5B936F1-36B3-FF47-813C-DED1A453E66C}">
      <dsp:nvSpPr>
        <dsp:cNvPr id="0" name=""/>
        <dsp:cNvSpPr/>
      </dsp:nvSpPr>
      <dsp:spPr>
        <a:xfrm>
          <a:off x="3872860" y="455468"/>
          <a:ext cx="210524" cy="246274"/>
        </a:xfrm>
        <a:prstGeom prst="rightArrow">
          <a:avLst>
            <a:gd name="adj1" fmla="val 60000"/>
            <a:gd name="adj2" fmla="val 50000"/>
          </a:avLst>
        </a:prstGeom>
        <a:solidFill>
          <a:schemeClr val="accent1">
            <a:lumMod val="20000"/>
            <a:lumOff val="8000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rtl="0">
            <a:lnSpc>
              <a:spcPct val="90000"/>
            </a:lnSpc>
            <a:spcBef>
              <a:spcPct val="0"/>
            </a:spcBef>
            <a:spcAft>
              <a:spcPct val="35000"/>
            </a:spcAft>
            <a:buNone/>
          </a:pPr>
          <a:endParaRPr lang="en-US" sz="900" kern="1200">
            <a:latin typeface="Nadeem" pitchFamily="2" charset="-78"/>
            <a:cs typeface="Nadeem" pitchFamily="2" charset="-78"/>
          </a:endParaRPr>
        </a:p>
      </dsp:txBody>
      <dsp:txXfrm>
        <a:off x="3872860" y="504723"/>
        <a:ext cx="147367" cy="147764"/>
      </dsp:txXfrm>
    </dsp:sp>
    <dsp:sp modelId="{70A644C4-8E92-6943-B04D-76F359AD2648}">
      <dsp:nvSpPr>
        <dsp:cNvPr id="0" name=""/>
        <dsp:cNvSpPr/>
      </dsp:nvSpPr>
      <dsp:spPr>
        <a:xfrm>
          <a:off x="4170773" y="280693"/>
          <a:ext cx="993041" cy="595824"/>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latin typeface="Nadeem" pitchFamily="2" charset="-78"/>
              <a:cs typeface="Nadeem" pitchFamily="2" charset="-78"/>
            </a:rPr>
            <a:t>LSTM Model</a:t>
          </a:r>
        </a:p>
      </dsp:txBody>
      <dsp:txXfrm>
        <a:off x="4188224" y="298144"/>
        <a:ext cx="958139" cy="560922"/>
      </dsp:txXfrm>
    </dsp:sp>
    <dsp:sp modelId="{4147CE74-ACAA-CD46-B59F-2CB4BE23CF56}">
      <dsp:nvSpPr>
        <dsp:cNvPr id="0" name=""/>
        <dsp:cNvSpPr/>
      </dsp:nvSpPr>
      <dsp:spPr>
        <a:xfrm>
          <a:off x="5263118" y="455468"/>
          <a:ext cx="210524" cy="246274"/>
        </a:xfrm>
        <a:prstGeom prst="rightArrow">
          <a:avLst>
            <a:gd name="adj1" fmla="val 60000"/>
            <a:gd name="adj2" fmla="val 50000"/>
          </a:avLst>
        </a:prstGeom>
        <a:solidFill>
          <a:schemeClr val="accent1">
            <a:lumMod val="20000"/>
            <a:lumOff val="8000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rtl="0">
            <a:lnSpc>
              <a:spcPct val="90000"/>
            </a:lnSpc>
            <a:spcBef>
              <a:spcPct val="0"/>
            </a:spcBef>
            <a:spcAft>
              <a:spcPct val="35000"/>
            </a:spcAft>
            <a:buNone/>
          </a:pPr>
          <a:endParaRPr lang="en-US" sz="900" kern="1200">
            <a:latin typeface="Nadeem" pitchFamily="2" charset="-78"/>
            <a:cs typeface="Nadeem" pitchFamily="2" charset="-78"/>
          </a:endParaRPr>
        </a:p>
      </dsp:txBody>
      <dsp:txXfrm>
        <a:off x="5263118" y="504723"/>
        <a:ext cx="147367" cy="147764"/>
      </dsp:txXfrm>
    </dsp:sp>
    <dsp:sp modelId="{9AD4C349-E64B-4043-9BB3-FC92741695E4}">
      <dsp:nvSpPr>
        <dsp:cNvPr id="0" name=""/>
        <dsp:cNvSpPr/>
      </dsp:nvSpPr>
      <dsp:spPr>
        <a:xfrm>
          <a:off x="5561031" y="280693"/>
          <a:ext cx="993041" cy="595824"/>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latin typeface="Nadeem" pitchFamily="2" charset="-78"/>
              <a:cs typeface="Nadeem" pitchFamily="2" charset="-78"/>
            </a:rPr>
            <a:t>Prediction</a:t>
          </a:r>
        </a:p>
      </dsp:txBody>
      <dsp:txXfrm>
        <a:off x="5578482" y="298144"/>
        <a:ext cx="958139" cy="560922"/>
      </dsp:txXfrm>
    </dsp:sp>
    <dsp:sp modelId="{988BBFA2-845F-FA44-BB0C-2F6E1F1DBCF8}">
      <dsp:nvSpPr>
        <dsp:cNvPr id="0" name=""/>
        <dsp:cNvSpPr/>
      </dsp:nvSpPr>
      <dsp:spPr>
        <a:xfrm>
          <a:off x="6653376" y="455468"/>
          <a:ext cx="210524" cy="246274"/>
        </a:xfrm>
        <a:prstGeom prst="rightArrow">
          <a:avLst>
            <a:gd name="adj1" fmla="val 60000"/>
            <a:gd name="adj2" fmla="val 50000"/>
          </a:avLst>
        </a:prstGeom>
        <a:solidFill>
          <a:schemeClr val="accent1">
            <a:lumMod val="20000"/>
            <a:lumOff val="8000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rtl="0">
            <a:lnSpc>
              <a:spcPct val="90000"/>
            </a:lnSpc>
            <a:spcBef>
              <a:spcPct val="0"/>
            </a:spcBef>
            <a:spcAft>
              <a:spcPct val="35000"/>
            </a:spcAft>
            <a:buNone/>
          </a:pPr>
          <a:endParaRPr lang="en-US" sz="900" kern="1200">
            <a:latin typeface="Nadeem" pitchFamily="2" charset="-78"/>
            <a:cs typeface="Nadeem" pitchFamily="2" charset="-78"/>
          </a:endParaRPr>
        </a:p>
      </dsp:txBody>
      <dsp:txXfrm>
        <a:off x="6653376" y="504723"/>
        <a:ext cx="147367" cy="147764"/>
      </dsp:txXfrm>
    </dsp:sp>
    <dsp:sp modelId="{BBF9855D-5AF2-534E-BE3B-1A72E2A8644E}">
      <dsp:nvSpPr>
        <dsp:cNvPr id="0" name=""/>
        <dsp:cNvSpPr/>
      </dsp:nvSpPr>
      <dsp:spPr>
        <a:xfrm>
          <a:off x="6951288" y="280693"/>
          <a:ext cx="993041" cy="595824"/>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latin typeface="Nadeem" pitchFamily="2" charset="-78"/>
              <a:cs typeface="Nadeem" pitchFamily="2" charset="-78"/>
            </a:rPr>
            <a:t>Evaluation &amp; Visualization</a:t>
          </a:r>
        </a:p>
      </dsp:txBody>
      <dsp:txXfrm>
        <a:off x="6968739" y="298144"/>
        <a:ext cx="958139" cy="56092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1671D2-E3D7-774C-8311-35C17B46B8DC}">
      <dsp:nvSpPr>
        <dsp:cNvPr id="0" name=""/>
        <dsp:cNvSpPr/>
      </dsp:nvSpPr>
      <dsp:spPr>
        <a:xfrm rot="5400000">
          <a:off x="1255858" y="537541"/>
          <a:ext cx="455155" cy="518178"/>
        </a:xfrm>
        <a:prstGeom prst="bentUpArrow">
          <a:avLst>
            <a:gd name="adj1" fmla="val 32840"/>
            <a:gd name="adj2" fmla="val 25000"/>
            <a:gd name="adj3" fmla="val 35780"/>
          </a:avLst>
        </a:prstGeom>
        <a:solidFill>
          <a:schemeClr val="accent1">
            <a:lumMod val="20000"/>
            <a:lumOff val="8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EEEABDB-FE16-F641-80E8-BF10ABD0CAF2}">
      <dsp:nvSpPr>
        <dsp:cNvPr id="0" name=""/>
        <dsp:cNvSpPr/>
      </dsp:nvSpPr>
      <dsp:spPr>
        <a:xfrm>
          <a:off x="860896" y="32992"/>
          <a:ext cx="1314960" cy="536324"/>
        </a:xfrm>
        <a:prstGeom prst="roundRect">
          <a:avLst>
            <a:gd name="adj" fmla="val 1667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latin typeface="Nadeem" pitchFamily="2" charset="-78"/>
              <a:cs typeface="Nadeem" pitchFamily="2" charset="-78"/>
            </a:rPr>
            <a:t>Satellite Data</a:t>
          </a:r>
        </a:p>
      </dsp:txBody>
      <dsp:txXfrm>
        <a:off x="887082" y="59178"/>
        <a:ext cx="1262588" cy="483952"/>
      </dsp:txXfrm>
    </dsp:sp>
    <dsp:sp modelId="{FAAEE7E7-8C63-544F-8BC1-71BB3C68F245}">
      <dsp:nvSpPr>
        <dsp:cNvPr id="0" name=""/>
        <dsp:cNvSpPr/>
      </dsp:nvSpPr>
      <dsp:spPr>
        <a:xfrm>
          <a:off x="1903409" y="142147"/>
          <a:ext cx="1095154" cy="433481"/>
        </a:xfrm>
        <a:prstGeom prst="rect">
          <a:avLst/>
        </a:prstGeom>
        <a:noFill/>
        <a:ln>
          <a:noFill/>
        </a:ln>
        <a:effectLst/>
      </dsp:spPr>
      <dsp:style>
        <a:lnRef idx="0">
          <a:scrgbClr r="0" g="0" b="0"/>
        </a:lnRef>
        <a:fillRef idx="0">
          <a:scrgbClr r="0" g="0" b="0"/>
        </a:fillRef>
        <a:effectRef idx="0">
          <a:scrgbClr r="0" g="0" b="0"/>
        </a:effectRef>
        <a:fontRef idx="minor"/>
      </dsp:style>
    </dsp:sp>
    <dsp:sp modelId="{B159C737-BC1F-3347-93C8-642506F3D023}">
      <dsp:nvSpPr>
        <dsp:cNvPr id="0" name=""/>
        <dsp:cNvSpPr/>
      </dsp:nvSpPr>
      <dsp:spPr>
        <a:xfrm rot="5400000">
          <a:off x="2222920" y="1140010"/>
          <a:ext cx="455155" cy="518178"/>
        </a:xfrm>
        <a:prstGeom prst="bentUpArrow">
          <a:avLst>
            <a:gd name="adj1" fmla="val 32840"/>
            <a:gd name="adj2" fmla="val 25000"/>
            <a:gd name="adj3" fmla="val 35780"/>
          </a:avLst>
        </a:prstGeom>
        <a:solidFill>
          <a:schemeClr val="accent1">
            <a:lumMod val="20000"/>
            <a:lumOff val="8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8E19FBF-A9F4-4F43-97CF-4540CF4C82CE}">
      <dsp:nvSpPr>
        <dsp:cNvPr id="0" name=""/>
        <dsp:cNvSpPr/>
      </dsp:nvSpPr>
      <dsp:spPr>
        <a:xfrm>
          <a:off x="1756960" y="635462"/>
          <a:ext cx="1456955" cy="536324"/>
        </a:xfrm>
        <a:prstGeom prst="roundRect">
          <a:avLst>
            <a:gd name="adj" fmla="val 1667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latin typeface="Nadeem" pitchFamily="2" charset="-78"/>
              <a:cs typeface="Nadeem" pitchFamily="2" charset="-78"/>
            </a:rPr>
            <a:t>Data Cleaning </a:t>
          </a:r>
        </a:p>
      </dsp:txBody>
      <dsp:txXfrm>
        <a:off x="1783146" y="661648"/>
        <a:ext cx="1404583" cy="483952"/>
      </dsp:txXfrm>
    </dsp:sp>
    <dsp:sp modelId="{D9E3A607-FA0B-944E-9476-7CC0811CB518}">
      <dsp:nvSpPr>
        <dsp:cNvPr id="0" name=""/>
        <dsp:cNvSpPr/>
      </dsp:nvSpPr>
      <dsp:spPr>
        <a:xfrm>
          <a:off x="2868545" y="686612"/>
          <a:ext cx="557270" cy="433481"/>
        </a:xfrm>
        <a:prstGeom prst="rect">
          <a:avLst/>
        </a:prstGeom>
        <a:noFill/>
        <a:ln>
          <a:noFill/>
        </a:ln>
        <a:effectLst/>
      </dsp:spPr>
      <dsp:style>
        <a:lnRef idx="0">
          <a:scrgbClr r="0" g="0" b="0"/>
        </a:lnRef>
        <a:fillRef idx="0">
          <a:scrgbClr r="0" g="0" b="0"/>
        </a:fillRef>
        <a:effectRef idx="0">
          <a:scrgbClr r="0" g="0" b="0"/>
        </a:effectRef>
        <a:fontRef idx="minor"/>
      </dsp:style>
    </dsp:sp>
    <dsp:sp modelId="{2957C08C-BC08-9548-8378-CCB108B60161}">
      <dsp:nvSpPr>
        <dsp:cNvPr id="0" name=""/>
        <dsp:cNvSpPr/>
      </dsp:nvSpPr>
      <dsp:spPr>
        <a:xfrm rot="5400000">
          <a:off x="3049606" y="1742480"/>
          <a:ext cx="455155" cy="518178"/>
        </a:xfrm>
        <a:prstGeom prst="bentUpArrow">
          <a:avLst>
            <a:gd name="adj1" fmla="val 32840"/>
            <a:gd name="adj2" fmla="val 25000"/>
            <a:gd name="adj3" fmla="val 35780"/>
          </a:avLst>
        </a:prstGeom>
        <a:solidFill>
          <a:schemeClr val="accent1">
            <a:lumMod val="20000"/>
            <a:lumOff val="8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B0B5391-28D7-6344-82A4-A64282321C59}">
      <dsp:nvSpPr>
        <dsp:cNvPr id="0" name=""/>
        <dsp:cNvSpPr/>
      </dsp:nvSpPr>
      <dsp:spPr>
        <a:xfrm>
          <a:off x="2707464" y="1237931"/>
          <a:ext cx="1209330" cy="536324"/>
        </a:xfrm>
        <a:prstGeom prst="roundRect">
          <a:avLst>
            <a:gd name="adj" fmla="val 1667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latin typeface="Nadeem" pitchFamily="2" charset="-78"/>
              <a:cs typeface="Nadeem" pitchFamily="2" charset="-78"/>
            </a:rPr>
            <a:t>Feature Engineering</a:t>
          </a:r>
        </a:p>
      </dsp:txBody>
      <dsp:txXfrm>
        <a:off x="2733650" y="1264117"/>
        <a:ext cx="1156958" cy="483952"/>
      </dsp:txXfrm>
    </dsp:sp>
    <dsp:sp modelId="{C8A8C670-AD2A-6946-9851-265F2D332657}">
      <dsp:nvSpPr>
        <dsp:cNvPr id="0" name=""/>
        <dsp:cNvSpPr/>
      </dsp:nvSpPr>
      <dsp:spPr>
        <a:xfrm>
          <a:off x="3640796" y="1289082"/>
          <a:ext cx="557270" cy="433481"/>
        </a:xfrm>
        <a:prstGeom prst="rect">
          <a:avLst/>
        </a:prstGeom>
        <a:noFill/>
        <a:ln>
          <a:noFill/>
        </a:ln>
        <a:effectLst/>
      </dsp:spPr>
      <dsp:style>
        <a:lnRef idx="0">
          <a:scrgbClr r="0" g="0" b="0"/>
        </a:lnRef>
        <a:fillRef idx="0">
          <a:scrgbClr r="0" g="0" b="0"/>
        </a:fillRef>
        <a:effectRef idx="0">
          <a:scrgbClr r="0" g="0" b="0"/>
        </a:effectRef>
        <a:fontRef idx="minor"/>
      </dsp:style>
    </dsp:sp>
    <dsp:sp modelId="{C4B549C0-8B81-8144-A7CD-CA4BF7D30B52}">
      <dsp:nvSpPr>
        <dsp:cNvPr id="0" name=""/>
        <dsp:cNvSpPr/>
      </dsp:nvSpPr>
      <dsp:spPr>
        <a:xfrm rot="5400000">
          <a:off x="3947077" y="2344950"/>
          <a:ext cx="455155" cy="518178"/>
        </a:xfrm>
        <a:prstGeom prst="bentUpArrow">
          <a:avLst>
            <a:gd name="adj1" fmla="val 32840"/>
            <a:gd name="adj2" fmla="val 25000"/>
            <a:gd name="adj3" fmla="val 35780"/>
          </a:avLst>
        </a:prstGeom>
        <a:solidFill>
          <a:schemeClr val="accent1">
            <a:lumMod val="20000"/>
            <a:lumOff val="8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82DE53D-1269-BF4F-ADF4-06C7729989B8}">
      <dsp:nvSpPr>
        <dsp:cNvPr id="0" name=""/>
        <dsp:cNvSpPr/>
      </dsp:nvSpPr>
      <dsp:spPr>
        <a:xfrm>
          <a:off x="3549088" y="1840401"/>
          <a:ext cx="1321014" cy="536324"/>
        </a:xfrm>
        <a:prstGeom prst="roundRect">
          <a:avLst>
            <a:gd name="adj" fmla="val 1667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latin typeface="Nadeem" pitchFamily="2" charset="-78"/>
              <a:cs typeface="Nadeem" pitchFamily="2" charset="-78"/>
            </a:rPr>
            <a:t>Normalization</a:t>
          </a:r>
        </a:p>
      </dsp:txBody>
      <dsp:txXfrm>
        <a:off x="3575274" y="1866587"/>
        <a:ext cx="1268642" cy="483952"/>
      </dsp:txXfrm>
    </dsp:sp>
    <dsp:sp modelId="{11706CB3-CFAF-5447-9AE6-60B5853D3318}">
      <dsp:nvSpPr>
        <dsp:cNvPr id="0" name=""/>
        <dsp:cNvSpPr/>
      </dsp:nvSpPr>
      <dsp:spPr>
        <a:xfrm>
          <a:off x="4592702" y="1891552"/>
          <a:ext cx="557270" cy="433481"/>
        </a:xfrm>
        <a:prstGeom prst="rect">
          <a:avLst/>
        </a:prstGeom>
        <a:noFill/>
        <a:ln>
          <a:noFill/>
        </a:ln>
        <a:effectLst/>
      </dsp:spPr>
      <dsp:style>
        <a:lnRef idx="0">
          <a:scrgbClr r="0" g="0" b="0"/>
        </a:lnRef>
        <a:fillRef idx="0">
          <a:scrgbClr r="0" g="0" b="0"/>
        </a:fillRef>
        <a:effectRef idx="0">
          <a:scrgbClr r="0" g="0" b="0"/>
        </a:effectRef>
        <a:fontRef idx="minor"/>
      </dsp:style>
    </dsp:sp>
    <dsp:sp modelId="{27849D61-6D39-F54E-A6C7-DCFE767E01DF}">
      <dsp:nvSpPr>
        <dsp:cNvPr id="0" name=""/>
        <dsp:cNvSpPr/>
      </dsp:nvSpPr>
      <dsp:spPr>
        <a:xfrm rot="5400000">
          <a:off x="4953890" y="2947420"/>
          <a:ext cx="455155" cy="518178"/>
        </a:xfrm>
        <a:prstGeom prst="bentUpArrow">
          <a:avLst>
            <a:gd name="adj1" fmla="val 32840"/>
            <a:gd name="adj2" fmla="val 25000"/>
            <a:gd name="adj3" fmla="val 35780"/>
          </a:avLst>
        </a:prstGeom>
        <a:solidFill>
          <a:schemeClr val="accent1">
            <a:lumMod val="20000"/>
            <a:lumOff val="8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4C9A64B-B8C7-714E-B327-C065CAFBEA3D}">
      <dsp:nvSpPr>
        <dsp:cNvPr id="0" name=""/>
        <dsp:cNvSpPr/>
      </dsp:nvSpPr>
      <dsp:spPr>
        <a:xfrm>
          <a:off x="4466920" y="2442871"/>
          <a:ext cx="1542511" cy="536324"/>
        </a:xfrm>
        <a:prstGeom prst="roundRect">
          <a:avLst>
            <a:gd name="adj" fmla="val 1667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latin typeface="Nadeem" pitchFamily="2" charset="-78"/>
              <a:cs typeface="Nadeem" pitchFamily="2" charset="-78"/>
            </a:rPr>
            <a:t>Sequence Construction</a:t>
          </a:r>
        </a:p>
      </dsp:txBody>
      <dsp:txXfrm>
        <a:off x="4493106" y="2469057"/>
        <a:ext cx="1490139" cy="483952"/>
      </dsp:txXfrm>
    </dsp:sp>
    <dsp:sp modelId="{0813C4E7-F923-0F4F-850D-0376F5104129}">
      <dsp:nvSpPr>
        <dsp:cNvPr id="0" name=""/>
        <dsp:cNvSpPr/>
      </dsp:nvSpPr>
      <dsp:spPr>
        <a:xfrm>
          <a:off x="5599515" y="2494022"/>
          <a:ext cx="557270" cy="433481"/>
        </a:xfrm>
        <a:prstGeom prst="rect">
          <a:avLst/>
        </a:prstGeom>
        <a:noFill/>
        <a:ln>
          <a:noFill/>
        </a:ln>
        <a:effectLst/>
      </dsp:spPr>
      <dsp:style>
        <a:lnRef idx="0">
          <a:scrgbClr r="0" g="0" b="0"/>
        </a:lnRef>
        <a:fillRef idx="0">
          <a:scrgbClr r="0" g="0" b="0"/>
        </a:fillRef>
        <a:effectRef idx="0">
          <a:scrgbClr r="0" g="0" b="0"/>
        </a:effectRef>
        <a:fontRef idx="minor"/>
      </dsp:style>
    </dsp:sp>
    <dsp:sp modelId="{CC8193CE-1065-6845-9207-B11138B0CE72}">
      <dsp:nvSpPr>
        <dsp:cNvPr id="0" name=""/>
        <dsp:cNvSpPr/>
      </dsp:nvSpPr>
      <dsp:spPr>
        <a:xfrm rot="5400000">
          <a:off x="5840242" y="3549890"/>
          <a:ext cx="455155" cy="518178"/>
        </a:xfrm>
        <a:prstGeom prst="bentUpArrow">
          <a:avLst>
            <a:gd name="adj1" fmla="val 32840"/>
            <a:gd name="adj2" fmla="val 25000"/>
            <a:gd name="adj3" fmla="val 35780"/>
          </a:avLst>
        </a:prstGeom>
        <a:solidFill>
          <a:schemeClr val="accent1">
            <a:lumMod val="20000"/>
            <a:lumOff val="8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B5FB471-71CC-1048-A8E7-61A373A65774}">
      <dsp:nvSpPr>
        <dsp:cNvPr id="0" name=""/>
        <dsp:cNvSpPr/>
      </dsp:nvSpPr>
      <dsp:spPr>
        <a:xfrm>
          <a:off x="5450095" y="3045341"/>
          <a:ext cx="1523087" cy="536324"/>
        </a:xfrm>
        <a:prstGeom prst="roundRect">
          <a:avLst>
            <a:gd name="adj" fmla="val 1667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latin typeface="Nadeem" pitchFamily="2" charset="-78"/>
              <a:cs typeface="Nadeem" pitchFamily="2" charset="-78"/>
            </a:rPr>
            <a:t>LSTM Model Training</a:t>
          </a:r>
        </a:p>
      </dsp:txBody>
      <dsp:txXfrm>
        <a:off x="5476281" y="3071527"/>
        <a:ext cx="1470715" cy="483952"/>
      </dsp:txXfrm>
    </dsp:sp>
    <dsp:sp modelId="{D42E8F87-F14F-5644-BF8C-5FA0D7DDFCF8}">
      <dsp:nvSpPr>
        <dsp:cNvPr id="0" name=""/>
        <dsp:cNvSpPr/>
      </dsp:nvSpPr>
      <dsp:spPr>
        <a:xfrm>
          <a:off x="6485867" y="3096492"/>
          <a:ext cx="557270" cy="433481"/>
        </a:xfrm>
        <a:prstGeom prst="rect">
          <a:avLst/>
        </a:prstGeom>
        <a:noFill/>
        <a:ln>
          <a:noFill/>
        </a:ln>
        <a:effectLst/>
      </dsp:spPr>
      <dsp:style>
        <a:lnRef idx="0">
          <a:scrgbClr r="0" g="0" b="0"/>
        </a:lnRef>
        <a:fillRef idx="0">
          <a:scrgbClr r="0" g="0" b="0"/>
        </a:fillRef>
        <a:effectRef idx="0">
          <a:scrgbClr r="0" g="0" b="0"/>
        </a:effectRef>
        <a:fontRef idx="minor"/>
      </dsp:style>
    </dsp:sp>
    <dsp:sp modelId="{30E1F04A-1258-5A4E-B797-609350F021A8}">
      <dsp:nvSpPr>
        <dsp:cNvPr id="0" name=""/>
        <dsp:cNvSpPr/>
      </dsp:nvSpPr>
      <dsp:spPr>
        <a:xfrm rot="5400000">
          <a:off x="6713695" y="4152360"/>
          <a:ext cx="455155" cy="518178"/>
        </a:xfrm>
        <a:prstGeom prst="bentUpArrow">
          <a:avLst>
            <a:gd name="adj1" fmla="val 32840"/>
            <a:gd name="adj2" fmla="val 25000"/>
            <a:gd name="adj3" fmla="val 35780"/>
          </a:avLst>
        </a:prstGeom>
        <a:solidFill>
          <a:schemeClr val="accent1">
            <a:lumMod val="20000"/>
            <a:lumOff val="8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4000DBD-E182-D248-9CED-2803BF8986B3}">
      <dsp:nvSpPr>
        <dsp:cNvPr id="0" name=""/>
        <dsp:cNvSpPr/>
      </dsp:nvSpPr>
      <dsp:spPr>
        <a:xfrm>
          <a:off x="6335264" y="3647811"/>
          <a:ext cx="1477865" cy="536324"/>
        </a:xfrm>
        <a:prstGeom prst="roundRect">
          <a:avLst>
            <a:gd name="adj" fmla="val 1667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latin typeface="Nadeem" pitchFamily="2" charset="-78"/>
              <a:cs typeface="Nadeem" pitchFamily="2" charset="-78"/>
            </a:rPr>
            <a:t>Prediction Output</a:t>
          </a:r>
        </a:p>
      </dsp:txBody>
      <dsp:txXfrm>
        <a:off x="6361450" y="3673997"/>
        <a:ext cx="1425493" cy="483952"/>
      </dsp:txXfrm>
    </dsp:sp>
    <dsp:sp modelId="{93EF354D-B8C1-1049-8FA8-28D9B162CCBE}">
      <dsp:nvSpPr>
        <dsp:cNvPr id="0" name=""/>
        <dsp:cNvSpPr/>
      </dsp:nvSpPr>
      <dsp:spPr>
        <a:xfrm>
          <a:off x="7359320" y="3698961"/>
          <a:ext cx="557270" cy="433481"/>
        </a:xfrm>
        <a:prstGeom prst="rect">
          <a:avLst/>
        </a:prstGeom>
        <a:noFill/>
        <a:ln>
          <a:noFill/>
        </a:ln>
        <a:effectLst/>
      </dsp:spPr>
      <dsp:style>
        <a:lnRef idx="0">
          <a:scrgbClr r="0" g="0" b="0"/>
        </a:lnRef>
        <a:fillRef idx="0">
          <a:scrgbClr r="0" g="0" b="0"/>
        </a:fillRef>
        <a:effectRef idx="0">
          <a:scrgbClr r="0" g="0" b="0"/>
        </a:effectRef>
        <a:fontRef idx="minor"/>
      </dsp:style>
    </dsp:sp>
    <dsp:sp modelId="{40D8F7EE-5CB8-6D41-B7BF-9DEDB59A03B6}">
      <dsp:nvSpPr>
        <dsp:cNvPr id="0" name=""/>
        <dsp:cNvSpPr/>
      </dsp:nvSpPr>
      <dsp:spPr>
        <a:xfrm>
          <a:off x="7220448" y="4250280"/>
          <a:ext cx="1351509" cy="536324"/>
        </a:xfrm>
        <a:prstGeom prst="roundRect">
          <a:avLst>
            <a:gd name="adj" fmla="val 1667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latin typeface="Nadeem" pitchFamily="2" charset="-78"/>
              <a:cs typeface="Nadeem" pitchFamily="2" charset="-78"/>
            </a:rPr>
            <a:t>Evaluation</a:t>
          </a:r>
        </a:p>
      </dsp:txBody>
      <dsp:txXfrm>
        <a:off x="7246634" y="4276466"/>
        <a:ext cx="1299137" cy="48395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B35B71-3C1F-D742-BF07-2FAED650BE01}">
      <dsp:nvSpPr>
        <dsp:cNvPr id="0" name=""/>
        <dsp:cNvSpPr/>
      </dsp:nvSpPr>
      <dsp:spPr>
        <a:xfrm>
          <a:off x="1" y="0"/>
          <a:ext cx="3618851" cy="32102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Nadeem" pitchFamily="2" charset="-78"/>
              <a:cs typeface="Nadeem" pitchFamily="2" charset="-78"/>
            </a:rPr>
            <a:t>[week1, week2, week3, …, week8]</a:t>
          </a:r>
        </a:p>
      </dsp:txBody>
      <dsp:txXfrm>
        <a:off x="9403" y="9402"/>
        <a:ext cx="3600047" cy="302218"/>
      </dsp:txXfrm>
    </dsp:sp>
    <dsp:sp modelId="{72CD8F94-B397-754C-AFF0-366B2E057B3E}">
      <dsp:nvSpPr>
        <dsp:cNvPr id="0" name=""/>
        <dsp:cNvSpPr/>
      </dsp:nvSpPr>
      <dsp:spPr>
        <a:xfrm>
          <a:off x="3742191" y="9016"/>
          <a:ext cx="261476" cy="302988"/>
        </a:xfrm>
        <a:prstGeom prst="rightArrow">
          <a:avLst>
            <a:gd name="adj1" fmla="val 60000"/>
            <a:gd name="adj2" fmla="val 50000"/>
          </a:avLst>
        </a:prstGeom>
        <a:solidFill>
          <a:schemeClr val="accent1">
            <a:lumMod val="20000"/>
            <a:lumOff val="80000"/>
          </a:schemeClr>
        </a:solidFill>
        <a:ln>
          <a:solidFill>
            <a:schemeClr val="dk1">
              <a:shade val="80000"/>
              <a:hueOff val="0"/>
              <a:satOff val="0"/>
              <a:lumOff val="0"/>
            </a:schemeClr>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rtl="0">
            <a:lnSpc>
              <a:spcPct val="90000"/>
            </a:lnSpc>
            <a:spcBef>
              <a:spcPct val="0"/>
            </a:spcBef>
            <a:spcAft>
              <a:spcPct val="35000"/>
            </a:spcAft>
            <a:buNone/>
          </a:pPr>
          <a:endParaRPr lang="en-US" sz="1400" kern="1200">
            <a:latin typeface="Nadeem" pitchFamily="2" charset="-78"/>
            <a:cs typeface="Nadeem" pitchFamily="2" charset="-78"/>
          </a:endParaRPr>
        </a:p>
      </dsp:txBody>
      <dsp:txXfrm>
        <a:off x="3742191" y="69614"/>
        <a:ext cx="183033" cy="181792"/>
      </dsp:txXfrm>
    </dsp:sp>
    <dsp:sp modelId="{4713911D-445D-FB44-AFA7-2EEE71829995}">
      <dsp:nvSpPr>
        <dsp:cNvPr id="0" name=""/>
        <dsp:cNvSpPr/>
      </dsp:nvSpPr>
      <dsp:spPr>
        <a:xfrm>
          <a:off x="4112205" y="0"/>
          <a:ext cx="1369530" cy="32102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Nadeem" pitchFamily="2" charset="-78"/>
              <a:cs typeface="Nadeem" pitchFamily="2" charset="-78"/>
            </a:rPr>
            <a:t>Predict week9</a:t>
          </a:r>
        </a:p>
      </dsp:txBody>
      <dsp:txXfrm>
        <a:off x="4121607" y="9402"/>
        <a:ext cx="1350726" cy="30221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06DDD3-058A-4C4D-A311-498587605B96}">
      <dsp:nvSpPr>
        <dsp:cNvPr id="0" name=""/>
        <dsp:cNvSpPr/>
      </dsp:nvSpPr>
      <dsp:spPr>
        <a:xfrm>
          <a:off x="3528499" y="29355"/>
          <a:ext cx="1006078" cy="1006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3528499" y="29355"/>
        <a:ext cx="1006078" cy="1006078"/>
      </dsp:txXfrm>
    </dsp:sp>
    <dsp:sp modelId="{18E47E16-D3C5-DB4A-BFD1-4DDD8F98C7A6}">
      <dsp:nvSpPr>
        <dsp:cNvPr id="0" name=""/>
        <dsp:cNvSpPr/>
      </dsp:nvSpPr>
      <dsp:spPr>
        <a:xfrm>
          <a:off x="1162170" y="289"/>
          <a:ext cx="3771658" cy="3771658"/>
        </a:xfrm>
        <a:prstGeom prst="circularArrow">
          <a:avLst>
            <a:gd name="adj1" fmla="val 5202"/>
            <a:gd name="adj2" fmla="val 336015"/>
            <a:gd name="adj3" fmla="val 21292825"/>
            <a:gd name="adj4" fmla="val 19766604"/>
            <a:gd name="adj5" fmla="val 6068"/>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C29077D-15F8-8145-9213-74B81A3673D4}">
      <dsp:nvSpPr>
        <dsp:cNvPr id="0" name=""/>
        <dsp:cNvSpPr/>
      </dsp:nvSpPr>
      <dsp:spPr>
        <a:xfrm>
          <a:off x="4136359" y="1900156"/>
          <a:ext cx="1006078" cy="1006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4136359" y="1900156"/>
        <a:ext cx="1006078" cy="1006078"/>
      </dsp:txXfrm>
    </dsp:sp>
    <dsp:sp modelId="{A8E36D1B-DB7A-C74F-A178-E8A5115EC0C2}">
      <dsp:nvSpPr>
        <dsp:cNvPr id="0" name=""/>
        <dsp:cNvSpPr/>
      </dsp:nvSpPr>
      <dsp:spPr>
        <a:xfrm>
          <a:off x="1162170" y="289"/>
          <a:ext cx="3771658" cy="3771658"/>
        </a:xfrm>
        <a:prstGeom prst="circularArrow">
          <a:avLst>
            <a:gd name="adj1" fmla="val 5202"/>
            <a:gd name="adj2" fmla="val 336015"/>
            <a:gd name="adj3" fmla="val 4014266"/>
            <a:gd name="adj4" fmla="val 2253829"/>
            <a:gd name="adj5" fmla="val 6068"/>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BF08767-B33A-C140-9F65-74F5AB07F1AC}">
      <dsp:nvSpPr>
        <dsp:cNvPr id="0" name=""/>
        <dsp:cNvSpPr/>
      </dsp:nvSpPr>
      <dsp:spPr>
        <a:xfrm>
          <a:off x="2544960" y="3056374"/>
          <a:ext cx="1006078" cy="1006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2544960" y="3056374"/>
        <a:ext cx="1006078" cy="1006078"/>
      </dsp:txXfrm>
    </dsp:sp>
    <dsp:sp modelId="{D09AF998-CC0A-F24F-B42A-4B803DFBB390}">
      <dsp:nvSpPr>
        <dsp:cNvPr id="0" name=""/>
        <dsp:cNvSpPr/>
      </dsp:nvSpPr>
      <dsp:spPr>
        <a:xfrm>
          <a:off x="1162170" y="289"/>
          <a:ext cx="3771658" cy="3771658"/>
        </a:xfrm>
        <a:prstGeom prst="circularArrow">
          <a:avLst>
            <a:gd name="adj1" fmla="val 5202"/>
            <a:gd name="adj2" fmla="val 336015"/>
            <a:gd name="adj3" fmla="val 8210155"/>
            <a:gd name="adj4" fmla="val 6449719"/>
            <a:gd name="adj5" fmla="val 6068"/>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67A769-0E12-834C-BBFA-9515FB7FD936}">
      <dsp:nvSpPr>
        <dsp:cNvPr id="0" name=""/>
        <dsp:cNvSpPr/>
      </dsp:nvSpPr>
      <dsp:spPr>
        <a:xfrm>
          <a:off x="953562" y="1900156"/>
          <a:ext cx="1006078" cy="1006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953562" y="1900156"/>
        <a:ext cx="1006078" cy="1006078"/>
      </dsp:txXfrm>
    </dsp:sp>
    <dsp:sp modelId="{3E7A33EB-1102-D447-BD99-10874611D050}">
      <dsp:nvSpPr>
        <dsp:cNvPr id="0" name=""/>
        <dsp:cNvSpPr/>
      </dsp:nvSpPr>
      <dsp:spPr>
        <a:xfrm>
          <a:off x="1162170" y="289"/>
          <a:ext cx="3771658" cy="3771658"/>
        </a:xfrm>
        <a:prstGeom prst="circularArrow">
          <a:avLst>
            <a:gd name="adj1" fmla="val 5202"/>
            <a:gd name="adj2" fmla="val 336015"/>
            <a:gd name="adj3" fmla="val 12297380"/>
            <a:gd name="adj4" fmla="val 10771160"/>
            <a:gd name="adj5" fmla="val 6068"/>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5F463A7-F460-E044-954A-1AEF65E3F10B}">
      <dsp:nvSpPr>
        <dsp:cNvPr id="0" name=""/>
        <dsp:cNvSpPr/>
      </dsp:nvSpPr>
      <dsp:spPr>
        <a:xfrm>
          <a:off x="1561422" y="29355"/>
          <a:ext cx="1006078" cy="1006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1561422" y="29355"/>
        <a:ext cx="1006078" cy="1006078"/>
      </dsp:txXfrm>
    </dsp:sp>
    <dsp:sp modelId="{142FB54B-B6D9-E249-8378-BAE5E484E62C}">
      <dsp:nvSpPr>
        <dsp:cNvPr id="0" name=""/>
        <dsp:cNvSpPr/>
      </dsp:nvSpPr>
      <dsp:spPr>
        <a:xfrm>
          <a:off x="1162170" y="289"/>
          <a:ext cx="3771658" cy="3771658"/>
        </a:xfrm>
        <a:prstGeom prst="circularArrow">
          <a:avLst>
            <a:gd name="adj1" fmla="val 5202"/>
            <a:gd name="adj2" fmla="val 336015"/>
            <a:gd name="adj3" fmla="val 16865256"/>
            <a:gd name="adj4" fmla="val 15198729"/>
            <a:gd name="adj5" fmla="val 6068"/>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ＭＳ Ｐゴシック" charset="0"/>
                <a:cs typeface="ＭＳ Ｐゴシック" charset="0"/>
              </a:defRPr>
            </a:lvl1pPr>
          </a:lstStyle>
          <a:p>
            <a:pPr>
              <a:defRPr/>
            </a:pPr>
            <a:endParaRPr lang="fr-FR"/>
          </a:p>
        </p:txBody>
      </p:sp>
      <p:sp>
        <p:nvSpPr>
          <p:cNvPr id="3" name="Espace réservé de la date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27BF234E-1774-E44F-A7B6-1F53193AB75F}" type="datetimeFigureOut">
              <a:rPr lang="fr-FR" altLang="en-US"/>
              <a:pPr/>
              <a:t>26/04/2026</a:t>
            </a:fld>
            <a:endParaRPr lang="fr-FR" altLang="en-US"/>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ea typeface="ＭＳ Ｐゴシック" charset="0"/>
                <a:cs typeface="ＭＳ Ｐゴシック" charset="0"/>
              </a:defRPr>
            </a:lvl1pPr>
          </a:lstStyle>
          <a:p>
            <a:pPr>
              <a:defRPr/>
            </a:pPr>
            <a:endParaRPr lang="fr-F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15390EA2-975E-C544-87F4-B91F519F4B49}" type="slidenum">
              <a:rPr lang="fr-FR" altLang="en-US"/>
              <a:pPr/>
              <a:t>‹#›</a:t>
            </a:fld>
            <a:endParaRPr lang="fr-FR" altLang="en-US"/>
          </a:p>
        </p:txBody>
      </p:sp>
    </p:spTree>
    <p:extLst>
      <p:ext uri="{BB962C8B-B14F-4D97-AF65-F5344CB8AC3E}">
        <p14:creationId xmlns:p14="http://schemas.microsoft.com/office/powerpoint/2010/main" val="20921701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62DAEDCF-2077-A44B-93BE-F0973E86B481}" type="datetimeFigureOut">
              <a:rPr lang="fr-FR" altLang="en-US"/>
              <a:pPr/>
              <a:t>26/04/2026</a:t>
            </a:fld>
            <a:endParaRPr lang="fr-FR" altLang="en-US"/>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fr-FR" noProof="0"/>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bodyPr>
          <a:lstStyle/>
          <a:p>
            <a:pPr lvl="0"/>
            <a:r>
              <a:rPr lang="fr-FR" altLang="en-US"/>
              <a:t>Cliquez pour modifier les styles du texte du masque</a:t>
            </a:r>
          </a:p>
          <a:p>
            <a:pPr lvl="1"/>
            <a:r>
              <a:rPr lang="fr-FR" altLang="en-US"/>
              <a:t>Deuxième niveau</a:t>
            </a:r>
          </a:p>
          <a:p>
            <a:pPr lvl="2"/>
            <a:r>
              <a:rPr lang="fr-FR" altLang="en-US"/>
              <a:t>Troisième niveau</a:t>
            </a:r>
          </a:p>
          <a:p>
            <a:pPr lvl="3"/>
            <a:r>
              <a:rPr lang="fr-FR" altLang="en-US"/>
              <a:t>Quatrième niveau</a:t>
            </a:r>
          </a:p>
          <a:p>
            <a:pPr lvl="4"/>
            <a:r>
              <a:rPr lang="fr-FR" altLang="en-US"/>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BDC0431-74D1-2848-9094-DEA74D687A19}" type="slidenum">
              <a:rPr lang="fr-FR" altLang="en-US"/>
              <a:pPr/>
              <a:t>‹#›</a:t>
            </a:fld>
            <a:endParaRPr lang="fr-FR" altLang="en-US"/>
          </a:p>
        </p:txBody>
      </p:sp>
    </p:spTree>
    <p:extLst>
      <p:ext uri="{BB962C8B-B14F-4D97-AF65-F5344CB8AC3E}">
        <p14:creationId xmlns:p14="http://schemas.microsoft.com/office/powerpoint/2010/main" val="129558702"/>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Today we present </a:t>
            </a:r>
            <a:r>
              <a:rPr lang="en-US" dirty="0" err="1"/>
              <a:t>SnowFLOWS</a:t>
            </a:r>
            <a:r>
              <a:rPr lang="en-US" dirty="0"/>
              <a:t>, a project focused on modeling and forecasting snow cover dynamics in Lebanon using satellite imagery and deep learning. We will walk you through the full engineering pipeline, from raw satellite data to predictive LSTM modeling and evaluation.</a:t>
            </a:r>
          </a:p>
        </p:txBody>
      </p:sp>
      <p:sp>
        <p:nvSpPr>
          <p:cNvPr id="4" name="Slide Number Placeholder 3"/>
          <p:cNvSpPr>
            <a:spLocks noGrp="1"/>
          </p:cNvSpPr>
          <p:nvPr>
            <p:ph type="sldNum" sz="quarter" idx="10"/>
          </p:nvPr>
        </p:nvSpPr>
        <p:spPr/>
        <p:txBody>
          <a:bodyPr/>
          <a:lstStyle/>
          <a:p>
            <a:fld id="{EBDC0431-74D1-2848-9094-DEA74D687A19}" type="slidenum">
              <a:rPr lang="fr-FR" altLang="en-US" smtClean="0"/>
              <a:pPr/>
              <a:t>1</a:t>
            </a:fld>
            <a:endParaRPr lang="fr-FR" altLang="en-US" dirty="0"/>
          </a:p>
        </p:txBody>
      </p:sp>
    </p:spTree>
    <p:extLst>
      <p:ext uri="{BB962C8B-B14F-4D97-AF65-F5344CB8AC3E}">
        <p14:creationId xmlns:p14="http://schemas.microsoft.com/office/powerpoint/2010/main" val="25390941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 team of Computer and Communications Engineering students working on a snow forecasting system using satellite data and deep learning.</a:t>
            </a:r>
            <a:br>
              <a:rPr lang="en-US" dirty="0"/>
            </a:br>
            <a:r>
              <a:rPr lang="en-US" dirty="0"/>
              <a:t>Our project focuses on modeling snow evolution over time, which is important for water resources and environmental monitoring.</a:t>
            </a:r>
            <a:br>
              <a:rPr lang="en-US" dirty="0"/>
            </a:br>
            <a:r>
              <a:rPr lang="en-US" dirty="0"/>
              <a:t>Snow forecasting is a complex engineering problem because it involves nonlinear behavior, multiple influencing factors, and no direct analytical solution.</a:t>
            </a:r>
            <a:br>
              <a:rPr lang="en-US" dirty="0"/>
            </a:br>
            <a:r>
              <a:rPr lang="en-US" dirty="0"/>
              <a:t>It requires combining satellite data, time-series analysis, and machine learning techniques.</a:t>
            </a:r>
            <a:br>
              <a:rPr lang="en-US" dirty="0"/>
            </a:br>
            <a:r>
              <a:rPr lang="en-US" dirty="0"/>
              <a:t>This motivates the need for an engineered solution capable of learning temporal patterns and producing reliable forecasts.</a:t>
            </a:r>
            <a:endParaRPr lang="fr-FR" dirty="0"/>
          </a:p>
        </p:txBody>
      </p:sp>
      <p:sp>
        <p:nvSpPr>
          <p:cNvPr id="4" name="Slide Number Placeholder 3"/>
          <p:cNvSpPr>
            <a:spLocks noGrp="1"/>
          </p:cNvSpPr>
          <p:nvPr>
            <p:ph type="sldNum" sz="quarter" idx="10"/>
          </p:nvPr>
        </p:nvSpPr>
        <p:spPr/>
        <p:txBody>
          <a:bodyPr/>
          <a:lstStyle/>
          <a:p>
            <a:fld id="{EBDC0431-74D1-2848-9094-DEA74D687A19}" type="slidenum">
              <a:rPr lang="fr-FR" altLang="en-US" smtClean="0"/>
              <a:pPr/>
              <a:t>2</a:t>
            </a:fld>
            <a:endParaRPr lang="fr-FR" altLang="en-US"/>
          </a:p>
        </p:txBody>
      </p:sp>
    </p:spTree>
    <p:extLst>
      <p:ext uri="{BB962C8B-B14F-4D97-AF65-F5344CB8AC3E}">
        <p14:creationId xmlns:p14="http://schemas.microsoft.com/office/powerpoint/2010/main" val="16736104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objective of this project is to develop a snow forecasting system using satellite data and deep learning.</a:t>
            </a:r>
            <a:br>
              <a:rPr lang="en-US" dirty="0"/>
            </a:br>
            <a:r>
              <a:rPr lang="en-US" dirty="0"/>
              <a:t>We specifically focused on modeling temporal dynamics using LSTM networks and analyzing the impact of sequence length on performance.</a:t>
            </a:r>
            <a:br>
              <a:rPr lang="en-US" dirty="0"/>
            </a:br>
            <a:r>
              <a:rPr lang="en-US" dirty="0"/>
              <a:t>As outcomes, we successfully built a multi-source dataset, improved prediction performance compared to baseline models, and identified an important trade-off between numerical accuracy and visual realism.</a:t>
            </a:r>
            <a:endParaRPr lang="en-LB" dirty="0"/>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3</a:t>
            </a:fld>
            <a:endParaRPr lang="fr-FR" altLang="en-US"/>
          </a:p>
        </p:txBody>
      </p:sp>
    </p:spTree>
    <p:extLst>
      <p:ext uri="{BB962C8B-B14F-4D97-AF65-F5344CB8AC3E}">
        <p14:creationId xmlns:p14="http://schemas.microsoft.com/office/powerpoint/2010/main" val="1312985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functional requirements define the complete system pipeline.</a:t>
            </a:r>
            <a:br>
              <a:rPr lang="en-US" dirty="0"/>
            </a:br>
            <a:r>
              <a:rPr lang="en-US" dirty="0"/>
              <a:t>We start from satellite data extraction, then construct features, build a sequence-based model, and finally evaluate performance using both numerical metrics and baseline comparison.</a:t>
            </a:r>
            <a:br>
              <a:rPr lang="en-US" dirty="0"/>
            </a:br>
            <a:r>
              <a:rPr lang="en-US" dirty="0"/>
              <a:t>This ensures that the system is not only predictive, but also properly validated.</a:t>
            </a:r>
            <a:endParaRPr lang="en-LB" dirty="0"/>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4</a:t>
            </a:fld>
            <a:endParaRPr lang="fr-FR" altLang="en-US"/>
          </a:p>
        </p:txBody>
      </p:sp>
    </p:spTree>
    <p:extLst>
      <p:ext uri="{BB962C8B-B14F-4D97-AF65-F5344CB8AC3E}">
        <p14:creationId xmlns:p14="http://schemas.microsoft.com/office/powerpoint/2010/main" val="1471812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constrained by both data and modeling limitations.</a:t>
            </a:r>
            <a:br>
              <a:rPr lang="en-US" dirty="0"/>
            </a:br>
            <a:r>
              <a:rPr lang="en-US" dirty="0"/>
              <a:t>We face a trade-off between spatial resolution and temporal coverage, as well as computational constraints when training multiple models.</a:t>
            </a:r>
            <a:br>
              <a:rPr lang="en-US" dirty="0"/>
            </a:br>
            <a:r>
              <a:rPr lang="en-US" dirty="0"/>
              <a:t>Additionally, the model itself is sensitive to sequence length and struggles with extreme variations, which reflects the complexity of snow dynamics.</a:t>
            </a:r>
            <a:br>
              <a:rPr lang="en-US" dirty="0"/>
            </a:br>
            <a:r>
              <a:rPr lang="en-US" dirty="0"/>
              <a:t>We also followed established remote sensing and machine learning standards, including ESA and NASA satellite data formats, NDSI-based snow detection, and standard preprocessing practices such as normalization and train-test splitting.</a:t>
            </a:r>
            <a:endParaRPr lang="en-LB" dirty="0"/>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5</a:t>
            </a:fld>
            <a:endParaRPr lang="fr-FR" altLang="en-US"/>
          </a:p>
        </p:txBody>
      </p:sp>
    </p:spTree>
    <p:extLst>
      <p:ext uri="{BB962C8B-B14F-4D97-AF65-F5344CB8AC3E}">
        <p14:creationId xmlns:p14="http://schemas.microsoft.com/office/powerpoint/2010/main" val="1610561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different approaches used in time-series forecasting.</a:t>
            </a:r>
            <a:br>
              <a:rPr lang="en-US" dirty="0"/>
            </a:br>
            <a:r>
              <a:rPr lang="en-US" dirty="0"/>
              <a:t>Classical models like ARIMA are limited due to linear assumptions, while machine learning methods like Random Forest do not capture temporal dependencies.</a:t>
            </a:r>
            <a:br>
              <a:rPr lang="en-US" dirty="0"/>
            </a:br>
            <a:r>
              <a:rPr lang="en-US" dirty="0"/>
              <a:t>LSTM was selected because it is specifically designed to learn sequential patterns, making it more suitable for snow dynamics modeling.</a:t>
            </a:r>
            <a:endParaRPr lang="en-LB" dirty="0"/>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6</a:t>
            </a:fld>
            <a:endParaRPr lang="fr-FR" altLang="en-US"/>
          </a:p>
        </p:txBody>
      </p:sp>
    </p:spTree>
    <p:extLst>
      <p:ext uri="{BB962C8B-B14F-4D97-AF65-F5344CB8AC3E}">
        <p14:creationId xmlns:p14="http://schemas.microsoft.com/office/powerpoint/2010/main" val="52316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overall solution design of </a:t>
            </a:r>
            <a:r>
              <a:rPr lang="en-US" dirty="0" err="1"/>
              <a:t>SnowFLOWS</a:t>
            </a:r>
            <a:r>
              <a:rPr lang="en-US" dirty="0"/>
              <a:t>.</a:t>
            </a:r>
            <a:br>
              <a:rPr lang="en-US" dirty="0"/>
            </a:br>
            <a:r>
              <a:rPr lang="en-US" dirty="0"/>
              <a:t>The system starts from satellite data acquisition, followed by preprocessing and feature engineering.</a:t>
            </a:r>
            <a:br>
              <a:rPr lang="en-US" dirty="0"/>
            </a:br>
            <a:r>
              <a:rPr lang="en-US" dirty="0"/>
              <a:t>The processed data is then structured into sequences and fed into an LSTM model to generate snow cover predictions, which are evaluated using both numerical metrics and visual analysis.</a:t>
            </a:r>
            <a:endParaRPr lang="en-LB" dirty="0"/>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7</a:t>
            </a:fld>
            <a:endParaRPr lang="fr-FR" altLang="en-US"/>
          </a:p>
        </p:txBody>
      </p:sp>
    </p:spTree>
    <p:extLst>
      <p:ext uri="{BB962C8B-B14F-4D97-AF65-F5344CB8AC3E}">
        <p14:creationId xmlns:p14="http://schemas.microsoft.com/office/powerpoint/2010/main" val="4286259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conceptual model explains the internal workflow of </a:t>
            </a:r>
            <a:r>
              <a:rPr lang="en-US" dirty="0" err="1"/>
              <a:t>SnowFLOWS</a:t>
            </a:r>
            <a:r>
              <a:rPr lang="en-US" dirty="0"/>
              <a:t> in more detail.</a:t>
            </a:r>
            <a:br>
              <a:rPr lang="en-US" dirty="0"/>
            </a:br>
            <a:r>
              <a:rPr lang="en-US" dirty="0"/>
              <a:t>We transform raw satellite data into structured features, apply normalization, and construct temporal sequences that are used to train the LSTM model.</a:t>
            </a:r>
            <a:br>
              <a:rPr lang="en-US" dirty="0"/>
            </a:br>
            <a:r>
              <a:rPr lang="en-US" dirty="0"/>
              <a:t>The system then generates predictions which are evaluated using both numerical metrics and visual comparisons.</a:t>
            </a:r>
            <a:endParaRPr lang="en-LB" dirty="0"/>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8</a:t>
            </a:fld>
            <a:endParaRPr lang="fr-FR" altLang="en-US"/>
          </a:p>
        </p:txBody>
      </p:sp>
    </p:spTree>
    <p:extLst>
      <p:ext uri="{BB962C8B-B14F-4D97-AF65-F5344CB8AC3E}">
        <p14:creationId xmlns:p14="http://schemas.microsoft.com/office/powerpoint/2010/main" val="4144270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followed an iterative engineering approach, where each phase of the project informed the next one.</a:t>
            </a:r>
            <a:br>
              <a:rPr lang="en-US" dirty="0"/>
            </a:br>
            <a:r>
              <a:rPr lang="en-US" dirty="0"/>
              <a:t>The project evolved from initial data exploration to model development, and then to multiple rounds of testing and improvement.</a:t>
            </a:r>
            <a:br>
              <a:rPr lang="en-US" dirty="0"/>
            </a:br>
            <a:r>
              <a:rPr lang="en-US" dirty="0"/>
              <a:t>We also adapted our planning during the project based on results, especially when testing different sequence lengths and datasets.</a:t>
            </a:r>
            <a:endParaRPr lang="en-LB" dirty="0"/>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9</a:t>
            </a:fld>
            <a:endParaRPr lang="fr-FR" altLang="en-US"/>
          </a:p>
        </p:txBody>
      </p:sp>
    </p:spTree>
    <p:extLst>
      <p:ext uri="{BB962C8B-B14F-4D97-AF65-F5344CB8AC3E}">
        <p14:creationId xmlns:p14="http://schemas.microsoft.com/office/powerpoint/2010/main" val="22282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defined Lebanon as our study area using FAO boundaries in Google Earth Engine. We combined three data sources: Sentinel-2 for high spatial resolution, MODIS for long-term temporal coverage, and ERA5 for meteorological variables. This multi-source setup forms the foundation of our snow modeling pipeline.</a:t>
            </a:r>
            <a:br>
              <a:rPr lang="en-US" dirty="0"/>
            </a:br>
            <a:r>
              <a:rPr lang="en-US" dirty="0"/>
              <a:t>We extracted snow using Sentinel-2 imagery and the Normalized Difference Snow Index. After cloud masking, we applied a threshold of 0.4 to classify snow pixels. This step transforms raw satellite images into structured snow masks used for quantitative analysis.</a:t>
            </a:r>
            <a:endParaRPr lang="en-LB" dirty="0"/>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10</a:t>
            </a:fld>
            <a:endParaRPr lang="fr-FR" altLang="en-US"/>
          </a:p>
        </p:txBody>
      </p:sp>
    </p:spTree>
    <p:extLst>
      <p:ext uri="{BB962C8B-B14F-4D97-AF65-F5344CB8AC3E}">
        <p14:creationId xmlns:p14="http://schemas.microsoft.com/office/powerpoint/2010/main" val="27437253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raw images become usable data. We clearly observe seasonal snow behavior.</a:t>
            </a:r>
            <a:endParaRPr lang="en-LB" dirty="0"/>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11</a:t>
            </a:fld>
            <a:endParaRPr lang="fr-FR" altLang="en-US"/>
          </a:p>
        </p:txBody>
      </p:sp>
    </p:spTree>
    <p:extLst>
      <p:ext uri="{BB962C8B-B14F-4D97-AF65-F5344CB8AC3E}">
        <p14:creationId xmlns:p14="http://schemas.microsoft.com/office/powerpoint/2010/main" val="9198430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validate the physical meaning of our data: both sensors agree, and altitude strongly impacts snow behavior.</a:t>
            </a:r>
            <a:endParaRPr lang="en-LB" dirty="0"/>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12</a:t>
            </a:fld>
            <a:endParaRPr lang="fr-FR" altLang="en-US"/>
          </a:p>
        </p:txBody>
      </p:sp>
    </p:spTree>
    <p:extLst>
      <p:ext uri="{BB962C8B-B14F-4D97-AF65-F5344CB8AC3E}">
        <p14:creationId xmlns:p14="http://schemas.microsoft.com/office/powerpoint/2010/main" val="34539580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combine satellite and meteorological data and engineer 20 features capturing snow dynamics and seasonality.</a:t>
            </a:r>
            <a:endParaRPr lang="en-LB" dirty="0"/>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13</a:t>
            </a:fld>
            <a:endParaRPr lang="fr-FR" altLang="en-US"/>
          </a:p>
        </p:txBody>
      </p:sp>
    </p:spTree>
    <p:extLst>
      <p:ext uri="{BB962C8B-B14F-4D97-AF65-F5344CB8AC3E}">
        <p14:creationId xmlns:p14="http://schemas.microsoft.com/office/powerpoint/2010/main" val="37426660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transform data into sequences and use LSTM to learn temporal dependencies. The baseline helps us measure real improvement.</a:t>
            </a:r>
          </a:p>
          <a:p>
            <a:endParaRPr lang="en-US"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en-US" dirty="0"/>
              <a:t>This slide presents the LSTM model used for forecasting.</a:t>
            </a:r>
            <a:br>
              <a:rPr lang="en-US" dirty="0"/>
            </a:br>
            <a:r>
              <a:rPr lang="en-US" dirty="0"/>
              <a:t>We used a stacked architecture with dropout to prevent overfitting.</a:t>
            </a:r>
            <a:br>
              <a:rPr lang="en-US" dirty="0"/>
            </a:br>
            <a:r>
              <a:rPr lang="en-US" dirty="0"/>
              <a:t>The model takes sequences of past weeks as input and predicts the next week snow cover.</a:t>
            </a:r>
            <a:br>
              <a:rPr lang="en-US" dirty="0"/>
            </a:br>
            <a:r>
              <a:rPr lang="en-US" dirty="0"/>
              <a:t>We selected the Adam optimizer and Huber loss because they provide stable training and robustness to outliers in environmental data.</a:t>
            </a:r>
            <a:endParaRPr lang="en-LB" dirty="0"/>
          </a:p>
          <a:p>
            <a:endParaRPr lang="en-LB" dirty="0"/>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14</a:t>
            </a:fld>
            <a:endParaRPr lang="fr-FR" altLang="en-US"/>
          </a:p>
        </p:txBody>
      </p:sp>
    </p:spTree>
    <p:extLst>
      <p:ext uri="{BB962C8B-B14F-4D97-AF65-F5344CB8AC3E}">
        <p14:creationId xmlns:p14="http://schemas.microsoft.com/office/powerpoint/2010/main" val="9742464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LSTM model used for forecasting.</a:t>
            </a:r>
            <a:br>
              <a:rPr lang="en-US" dirty="0"/>
            </a:br>
            <a:r>
              <a:rPr lang="en-US" dirty="0"/>
              <a:t>We used a stacked architecture with dropout to prevent overfitting.</a:t>
            </a:r>
            <a:br>
              <a:rPr lang="en-US" dirty="0"/>
            </a:br>
            <a:r>
              <a:rPr lang="en-US" dirty="0"/>
              <a:t>The model takes sequences of past weeks as input and predicts the next week snow cover.</a:t>
            </a:r>
            <a:br>
              <a:rPr lang="en-US" dirty="0"/>
            </a:br>
            <a:r>
              <a:rPr lang="en-US" dirty="0"/>
              <a:t>We selected the Adam optimizer and Huber loss because they provide stable training and robustness to outliers in environmental data.</a:t>
            </a:r>
            <a:endParaRPr lang="en-LB" dirty="0"/>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15</a:t>
            </a:fld>
            <a:endParaRPr lang="fr-FR" altLang="en-US"/>
          </a:p>
        </p:txBody>
      </p:sp>
    </p:spTree>
    <p:extLst>
      <p:ext uri="{BB962C8B-B14F-4D97-AF65-F5344CB8AC3E}">
        <p14:creationId xmlns:p14="http://schemas.microsoft.com/office/powerpoint/2010/main" val="27374458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by evaluating one configuration: the 8-week sequence which is our best model example.</a:t>
            </a:r>
            <a:br>
              <a:rPr lang="en-US" dirty="0"/>
            </a:br>
            <a:r>
              <a:rPr lang="en-US" dirty="0"/>
              <a:t>As we can see, the model closely follows the real snow evolution over time, including peak periods.</a:t>
            </a:r>
            <a:br>
              <a:rPr lang="en-US" dirty="0"/>
            </a:br>
            <a:r>
              <a:rPr lang="en-US" dirty="0"/>
              <a:t>In terms of performance, it significantly outperforms the baseline model, confirming that the LSTM captures temporal dependencies beyond simple persistence.</a:t>
            </a:r>
          </a:p>
          <a:p>
            <a:endParaRPr lang="en-US" sz="1200" b="1" dirty="0"/>
          </a:p>
          <a:p>
            <a:endParaRPr lang="en-LB" dirty="0"/>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16</a:t>
            </a:fld>
            <a:endParaRPr lang="fr-FR" altLang="en-US"/>
          </a:p>
        </p:txBody>
      </p:sp>
    </p:spTree>
    <p:extLst>
      <p:ext uri="{BB962C8B-B14F-4D97-AF65-F5344CB8AC3E}">
        <p14:creationId xmlns:p14="http://schemas.microsoft.com/office/powerpoint/2010/main" val="19303307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experiment, we tested multiple sequence lengths to understand how much historical information is needed for accurate snow forecasting.</a:t>
            </a:r>
            <a:br>
              <a:rPr lang="en-US" dirty="0"/>
            </a:br>
            <a:r>
              <a:rPr lang="en-US" dirty="0"/>
              <a:t>We found that short sequences lack sufficient context, while very long sequences introduce noise and instability.</a:t>
            </a:r>
            <a:br>
              <a:rPr lang="en-US" dirty="0"/>
            </a:br>
            <a:r>
              <a:rPr lang="en-US" dirty="0"/>
              <a:t>The best trade-off between accuracy and visual realism was generally found in the 6 to 8-week range.</a:t>
            </a:r>
            <a:endParaRPr lang="en-LB" dirty="0"/>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17</a:t>
            </a:fld>
            <a:endParaRPr lang="fr-FR" altLang="en-US"/>
          </a:p>
        </p:txBody>
      </p:sp>
    </p:spTree>
    <p:extLst>
      <p:ext uri="{BB962C8B-B14F-4D97-AF65-F5344CB8AC3E}">
        <p14:creationId xmlns:p14="http://schemas.microsoft.com/office/powerpoint/2010/main" val="32818294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experiment, we tested multiple sequence lengths to understand how much historical information is needed for accurate snow forecasting.</a:t>
            </a:r>
            <a:br>
              <a:rPr lang="en-US" dirty="0"/>
            </a:br>
            <a:r>
              <a:rPr lang="en-US" dirty="0"/>
              <a:t>We found that short sequences lack sufficient context, while very long sequences introduce noise and instability.</a:t>
            </a:r>
            <a:br>
              <a:rPr lang="en-US" dirty="0"/>
            </a:br>
            <a:r>
              <a:rPr lang="en-US" dirty="0"/>
              <a:t>The best trade-off between accuracy and visual realism was generally found in the 6 to 8-week range.</a:t>
            </a:r>
            <a:endParaRPr lang="en-LB" dirty="0"/>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18</a:t>
            </a:fld>
            <a:endParaRPr lang="fr-FR" altLang="en-US"/>
          </a:p>
        </p:txBody>
      </p:sp>
    </p:spTree>
    <p:extLst>
      <p:ext uri="{BB962C8B-B14F-4D97-AF65-F5344CB8AC3E}">
        <p14:creationId xmlns:p14="http://schemas.microsoft.com/office/powerpoint/2010/main" val="33293609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experiment, we tested our model on a long-term MODIS dataset covering approximately 25 years.</a:t>
            </a:r>
            <a:br>
              <a:rPr lang="en-US" dirty="0"/>
            </a:br>
            <a:r>
              <a:rPr lang="en-US" dirty="0"/>
              <a:t>We observed that increasing temporal coverage improves the smoothness and stability of predictions.</a:t>
            </a:r>
            <a:br>
              <a:rPr lang="en-US" dirty="0"/>
            </a:br>
            <a:r>
              <a:rPr lang="en-US" dirty="0"/>
              <a:t>However, even with more data, the model still struggles with extreme variations, showing that snow dynamics are inherently complex and not fully captured by data volume alone.</a:t>
            </a:r>
            <a:endParaRPr lang="en-LB" dirty="0"/>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19</a:t>
            </a:fld>
            <a:endParaRPr lang="fr-FR" altLang="en-US"/>
          </a:p>
        </p:txBody>
      </p:sp>
    </p:spTree>
    <p:extLst>
      <p:ext uri="{BB962C8B-B14F-4D97-AF65-F5344CB8AC3E}">
        <p14:creationId xmlns:p14="http://schemas.microsoft.com/office/powerpoint/2010/main" val="13043316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evaluated our model using both numerical metrics and visual analysis.</a:t>
            </a:r>
            <a:br>
              <a:rPr lang="en-US" dirty="0"/>
            </a:br>
            <a:r>
              <a:rPr lang="en-US" dirty="0"/>
              <a:t>We performed multiple experiments with different sequence lengths and refined our approach iteratively.</a:t>
            </a:r>
            <a:br>
              <a:rPr lang="en-US" dirty="0"/>
            </a:br>
            <a:r>
              <a:rPr lang="en-US" dirty="0"/>
              <a:t>While the model performs well in capturing general trends, it still faces challenges in predicting extreme peaks, which highlights the complexity of snow dynamics.</a:t>
            </a:r>
            <a:endParaRPr lang="en-LB" dirty="0"/>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20</a:t>
            </a:fld>
            <a:endParaRPr lang="fr-FR" altLang="en-US"/>
          </a:p>
        </p:txBody>
      </p:sp>
    </p:spTree>
    <p:extLst>
      <p:ext uri="{BB962C8B-B14F-4D97-AF65-F5344CB8AC3E}">
        <p14:creationId xmlns:p14="http://schemas.microsoft.com/office/powerpoint/2010/main" val="28958864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has multiple impacts, especially in Lebanon where snow plays a key role in water resources.</a:t>
            </a:r>
            <a:br>
              <a:rPr lang="en-US" dirty="0"/>
            </a:br>
            <a:r>
              <a:rPr lang="en-US" dirty="0"/>
              <a:t>Accurate snow forecasting can help manage water availability, support tourism activities, and improve preparedness for extreme weather conditions.</a:t>
            </a:r>
            <a:br>
              <a:rPr lang="en-US" dirty="0"/>
            </a:br>
            <a:r>
              <a:rPr lang="en-US" dirty="0"/>
              <a:t>Overall, the system demonstrates how combining satellite data and machine learning can address real environmental challenges.</a:t>
            </a:r>
            <a:endParaRPr lang="en-LB" dirty="0"/>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21</a:t>
            </a:fld>
            <a:endParaRPr lang="fr-FR" altLang="en-US"/>
          </a:p>
        </p:txBody>
      </p:sp>
    </p:spTree>
    <p:extLst>
      <p:ext uri="{BB962C8B-B14F-4D97-AF65-F5344CB8AC3E}">
        <p14:creationId xmlns:p14="http://schemas.microsoft.com/office/powerpoint/2010/main" val="7162157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project, we successfully developed a system capable of forecasting snow cover using satellite data and deep learning.</a:t>
            </a:r>
            <a:br>
              <a:rPr lang="en-US" dirty="0"/>
            </a:br>
            <a:r>
              <a:rPr lang="en-US" dirty="0"/>
              <a:t>We showed that while LSTM models improve performance over simple baselines, snow dynamics remain complex and difficult to fully capture.</a:t>
            </a:r>
            <a:br>
              <a:rPr lang="en-US" dirty="0"/>
            </a:br>
            <a:r>
              <a:rPr lang="en-US" dirty="0"/>
              <a:t>Future work could focus on combining spatial and temporal datasets and improving evaluation methods to better reflect real-world performance.</a:t>
            </a:r>
            <a:endParaRPr lang="en-LB" dirty="0"/>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22</a:t>
            </a:fld>
            <a:endParaRPr lang="fr-FR" altLang="en-US"/>
          </a:p>
        </p:txBody>
      </p:sp>
    </p:spTree>
    <p:extLst>
      <p:ext uri="{BB962C8B-B14F-4D97-AF65-F5344CB8AC3E}">
        <p14:creationId xmlns:p14="http://schemas.microsoft.com/office/powerpoint/2010/main" val="15583737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et sous-titre">
    <p:spTree>
      <p:nvGrpSpPr>
        <p:cNvPr id="1" name=""/>
        <p:cNvGrpSpPr/>
        <p:nvPr/>
      </p:nvGrpSpPr>
      <p:grpSpPr>
        <a:xfrm>
          <a:off x="0" y="0"/>
          <a:ext cx="0" cy="0"/>
          <a:chOff x="0" y="0"/>
          <a:chExt cx="0" cy="0"/>
        </a:xfrm>
      </p:grpSpPr>
      <p:sp>
        <p:nvSpPr>
          <p:cNvPr id="7" name="Titre 6"/>
          <p:cNvSpPr>
            <a:spLocks noGrp="1"/>
          </p:cNvSpPr>
          <p:nvPr>
            <p:ph type="title"/>
          </p:nvPr>
        </p:nvSpPr>
        <p:spPr>
          <a:xfrm>
            <a:off x="406398" y="2095550"/>
            <a:ext cx="6181969" cy="1107440"/>
          </a:xfrm>
          <a:prstGeom prst="rect">
            <a:avLst/>
          </a:prstGeom>
        </p:spPr>
        <p:txBody>
          <a:bodyPr vert="horz"/>
          <a:lstStyle>
            <a:lvl1pPr algn="l">
              <a:defRPr sz="3400" b="1" i="0">
                <a:solidFill>
                  <a:srgbClr val="0A1C72"/>
                </a:solidFill>
                <a:effectLst/>
                <a:latin typeface="+mn-lt"/>
                <a:ea typeface="Linux Libertine" charset="0"/>
                <a:cs typeface="Linux Libertine" charset="0"/>
              </a:defRPr>
            </a:lvl1pPr>
          </a:lstStyle>
          <a:p>
            <a:r>
              <a:rPr lang="en-US" noProof="0"/>
              <a:t>Click to edit Master title style</a:t>
            </a:r>
            <a:endParaRPr lang="fr-FR" noProof="0" dirty="0"/>
          </a:p>
        </p:txBody>
      </p:sp>
      <p:sp>
        <p:nvSpPr>
          <p:cNvPr id="14" name="Espace réservé du texte 13"/>
          <p:cNvSpPr>
            <a:spLocks noGrp="1"/>
          </p:cNvSpPr>
          <p:nvPr>
            <p:ph type="body" sz="quarter" idx="10"/>
          </p:nvPr>
        </p:nvSpPr>
        <p:spPr>
          <a:xfrm>
            <a:off x="406400" y="5125184"/>
            <a:ext cx="2870201" cy="372940"/>
          </a:xfrm>
          <a:prstGeom prst="rect">
            <a:avLst/>
          </a:prstGeom>
        </p:spPr>
        <p:txBody>
          <a:bodyPr vert="horz"/>
          <a:lstStyle>
            <a:lvl1pPr marL="0" indent="0" algn="l">
              <a:buNone/>
              <a:defRPr sz="1400" b="0" i="0">
                <a:solidFill>
                  <a:schemeClr val="tx1"/>
                </a:solidFill>
                <a:latin typeface="+mn-lt"/>
                <a:ea typeface="Linux Libertine" charset="0"/>
                <a:cs typeface="Linux Libertine" charset="0"/>
              </a:defRPr>
            </a:lvl1pPr>
            <a:lvl2pPr>
              <a:defRPr b="0" i="0">
                <a:latin typeface="Myriad Pro Light"/>
                <a:cs typeface="Myriad Pro Light"/>
              </a:defRPr>
            </a:lvl2pPr>
            <a:lvl3pPr>
              <a:defRPr b="0" i="0">
                <a:latin typeface="Myriad Pro Light"/>
                <a:cs typeface="Myriad Pro Light"/>
              </a:defRPr>
            </a:lvl3pPr>
            <a:lvl4pPr>
              <a:defRPr b="0" i="0">
                <a:latin typeface="Myriad Pro Light"/>
                <a:cs typeface="Myriad Pro Light"/>
              </a:defRPr>
            </a:lvl4pPr>
            <a:lvl5pPr marL="1828800" indent="0">
              <a:buNone/>
              <a:defRPr b="0" i="0">
                <a:latin typeface="Myriad Pro Light"/>
                <a:cs typeface="Myriad Pro Light"/>
              </a:defRPr>
            </a:lvl5pPr>
          </a:lstStyle>
          <a:p>
            <a:pPr lvl="0"/>
            <a:r>
              <a:rPr lang="en-US" noProof="0" dirty="0"/>
              <a:t>Click to edit Master text styles</a:t>
            </a:r>
          </a:p>
        </p:txBody>
      </p:sp>
      <p:sp>
        <p:nvSpPr>
          <p:cNvPr id="9" name="Espace réservé du texte 13"/>
          <p:cNvSpPr>
            <a:spLocks noGrp="1"/>
          </p:cNvSpPr>
          <p:nvPr>
            <p:ph type="body" sz="quarter" idx="11"/>
          </p:nvPr>
        </p:nvSpPr>
        <p:spPr>
          <a:xfrm>
            <a:off x="406398" y="3497202"/>
            <a:ext cx="6181969" cy="903605"/>
          </a:xfrm>
          <a:prstGeom prst="rect">
            <a:avLst/>
          </a:prstGeom>
        </p:spPr>
        <p:txBody>
          <a:bodyPr vert="horz"/>
          <a:lstStyle>
            <a:lvl1pPr marL="0" indent="0" algn="l">
              <a:buNone/>
              <a:defRPr sz="1800" b="0" i="0">
                <a:solidFill>
                  <a:schemeClr val="tx1"/>
                </a:solidFill>
                <a:latin typeface="+mn-lt"/>
                <a:ea typeface="Linux Libertine" charset="0"/>
                <a:cs typeface="Linux Libertine" charset="0"/>
              </a:defRPr>
            </a:lvl1pPr>
            <a:lvl2pPr>
              <a:defRPr b="0" i="0">
                <a:latin typeface="Myriad Pro Light"/>
                <a:cs typeface="Myriad Pro Light"/>
              </a:defRPr>
            </a:lvl2pPr>
            <a:lvl3pPr>
              <a:defRPr b="0" i="0">
                <a:latin typeface="Myriad Pro Light"/>
                <a:cs typeface="Myriad Pro Light"/>
              </a:defRPr>
            </a:lvl3pPr>
            <a:lvl4pPr>
              <a:defRPr b="0" i="0">
                <a:latin typeface="Myriad Pro Light"/>
                <a:cs typeface="Myriad Pro Light"/>
              </a:defRPr>
            </a:lvl4pPr>
            <a:lvl5pPr marL="1828800" indent="0">
              <a:buNone/>
              <a:defRPr b="0" i="0">
                <a:latin typeface="Myriad Pro Light"/>
                <a:cs typeface="Myriad Pro Light"/>
              </a:defRPr>
            </a:lvl5pPr>
          </a:lstStyle>
          <a:p>
            <a:pPr lvl="0"/>
            <a:r>
              <a:rPr lang="en-US" noProof="0" dirty="0"/>
              <a:t>Click to edit Master text styles</a:t>
            </a:r>
          </a:p>
        </p:txBody>
      </p:sp>
      <p:sp>
        <p:nvSpPr>
          <p:cNvPr id="10" name="Espace réservé du texte 13"/>
          <p:cNvSpPr>
            <a:spLocks noGrp="1"/>
          </p:cNvSpPr>
          <p:nvPr>
            <p:ph type="body" sz="quarter" idx="12"/>
          </p:nvPr>
        </p:nvSpPr>
        <p:spPr>
          <a:xfrm>
            <a:off x="406399" y="5711338"/>
            <a:ext cx="2870201" cy="372940"/>
          </a:xfrm>
          <a:prstGeom prst="rect">
            <a:avLst/>
          </a:prstGeom>
        </p:spPr>
        <p:txBody>
          <a:bodyPr vert="horz"/>
          <a:lstStyle>
            <a:lvl1pPr marL="0" indent="0" algn="l">
              <a:buNone/>
              <a:defRPr sz="1400" b="0" i="0">
                <a:solidFill>
                  <a:schemeClr val="tx1"/>
                </a:solidFill>
                <a:latin typeface="+mn-lt"/>
                <a:ea typeface="Linux Libertine" charset="0"/>
                <a:cs typeface="Linux Libertine" charset="0"/>
              </a:defRPr>
            </a:lvl1pPr>
            <a:lvl2pPr>
              <a:defRPr b="0" i="0">
                <a:latin typeface="Myriad Pro Light"/>
                <a:cs typeface="Myriad Pro Light"/>
              </a:defRPr>
            </a:lvl2pPr>
            <a:lvl3pPr>
              <a:defRPr b="0" i="0">
                <a:latin typeface="Myriad Pro Light"/>
                <a:cs typeface="Myriad Pro Light"/>
              </a:defRPr>
            </a:lvl3pPr>
            <a:lvl4pPr>
              <a:defRPr b="0" i="0">
                <a:latin typeface="Myriad Pro Light"/>
                <a:cs typeface="Myriad Pro Light"/>
              </a:defRPr>
            </a:lvl4pPr>
            <a:lvl5pPr marL="1828800" indent="0">
              <a:buNone/>
              <a:defRPr b="0" i="0">
                <a:latin typeface="Myriad Pro Light"/>
                <a:cs typeface="Myriad Pro Light"/>
              </a:defRPr>
            </a:lvl5pPr>
          </a:lstStyle>
          <a:p>
            <a:pPr lvl="0"/>
            <a:r>
              <a:rPr lang="en-US" noProof="0"/>
              <a:t>Click to edit Master text styles</a:t>
            </a:r>
          </a:p>
        </p:txBody>
      </p:sp>
      <p:pic>
        <p:nvPicPr>
          <p:cNvPr id="15" name="Picture 14">
            <a:extLst>
              <a:ext uri="{FF2B5EF4-FFF2-40B4-BE49-F238E27FC236}">
                <a16:creationId xmlns:a16="http://schemas.microsoft.com/office/drawing/2014/main" id="{95F999C0-1CC3-E84D-A512-387A9818247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18755" y="304969"/>
            <a:ext cx="2183721" cy="817038"/>
          </a:xfrm>
          <a:prstGeom prst="rect">
            <a:avLst/>
          </a:prstGeom>
        </p:spPr>
      </p:pic>
    </p:spTree>
    <p:extLst>
      <p:ext uri="{BB962C8B-B14F-4D97-AF65-F5344CB8AC3E}">
        <p14:creationId xmlns:p14="http://schemas.microsoft.com/office/powerpoint/2010/main" val="205685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508000"/>
            <a:ext cx="8229599" cy="747713"/>
          </a:xfrm>
          <a:prstGeom prst="rect">
            <a:avLst/>
          </a:prstGeom>
        </p:spPr>
        <p:txBody>
          <a:bodyPr/>
          <a:lstStyle>
            <a:lvl1pPr marL="0" indent="0">
              <a:buFont typeface="+mj-lt"/>
              <a:buNone/>
              <a:defRPr sz="2400" b="1" i="0">
                <a:effectLst/>
                <a:latin typeface="+mj-lt"/>
                <a:ea typeface="Linux Libertine" charset="0"/>
                <a:cs typeface="Linux Libertine" charset="0"/>
              </a:defRPr>
            </a:lvl1pPr>
          </a:lstStyle>
          <a:p>
            <a:r>
              <a:rPr lang="fr-FR" noProof="0" dirty="0"/>
              <a:t>Cliquez et modifiez le titre</a:t>
            </a:r>
          </a:p>
        </p:txBody>
      </p:sp>
      <p:sp>
        <p:nvSpPr>
          <p:cNvPr id="8" name="Espace réservé du texte 2"/>
          <p:cNvSpPr>
            <a:spLocks noGrp="1"/>
          </p:cNvSpPr>
          <p:nvPr>
            <p:ph idx="1"/>
          </p:nvPr>
        </p:nvSpPr>
        <p:spPr bwMode="auto">
          <a:xfrm>
            <a:off x="457200" y="1358538"/>
            <a:ext cx="8229600" cy="4767626"/>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buClr>
                <a:srgbClr val="0A1C72"/>
              </a:buClr>
              <a:buSzPct val="100000"/>
              <a:buFont typeface="Wingdings" charset="2"/>
              <a:buChar char="§"/>
              <a:defRPr sz="2200" b="1" i="0">
                <a:solidFill>
                  <a:srgbClr val="0A1C72"/>
                </a:solidFill>
                <a:latin typeface="+mn-lt"/>
                <a:ea typeface="Linux Libertine Semibold" charset="0"/>
                <a:cs typeface="Linux Libertine Semibold" charset="0"/>
              </a:defRPr>
            </a:lvl1pPr>
            <a:lvl2pPr>
              <a:buSzPct val="100000"/>
              <a:defRPr sz="2000" b="0" i="0">
                <a:latin typeface="+mn-lt"/>
                <a:ea typeface="Linux Libertine" charset="0"/>
                <a:cs typeface="Linux Libertine" charset="0"/>
              </a:defRPr>
            </a:lvl2pPr>
            <a:lvl3pPr>
              <a:buClr>
                <a:schemeClr val="tx1"/>
              </a:buClr>
              <a:defRPr sz="2000" b="0" i="0">
                <a:latin typeface="+mn-lt"/>
                <a:ea typeface="Linux Libertine" charset="0"/>
                <a:cs typeface="Linux Libertine" charset="0"/>
              </a:defRPr>
            </a:lvl3pPr>
            <a:lvl4pPr>
              <a:defRPr sz="1800" b="0" i="0">
                <a:latin typeface="+mn-lt"/>
                <a:ea typeface="Linux Libertine" charset="0"/>
                <a:cs typeface="Linux Libertine" charset="0"/>
              </a:defRPr>
            </a:lvl4pPr>
            <a:lvl5pPr>
              <a:defRPr sz="1800" b="0" i="0">
                <a:latin typeface="+mn-lt"/>
                <a:ea typeface="Linux Libertine" charset="0"/>
                <a:cs typeface="Linux Libertine" charset="0"/>
              </a:defRPr>
            </a:lvl5pPr>
          </a:lstStyle>
          <a:p>
            <a:pPr lvl="0"/>
            <a:r>
              <a:rPr lang="fr-FR" noProof="0" dirty="0"/>
              <a:t>Cliquez pour modifier les styles du texte du masque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p:txBody>
      </p:sp>
      <p:sp>
        <p:nvSpPr>
          <p:cNvPr id="4" name="Espace réservé de la date 3"/>
          <p:cNvSpPr>
            <a:spLocks noGrp="1"/>
          </p:cNvSpPr>
          <p:nvPr>
            <p:ph type="dt" sz="half" idx="10"/>
          </p:nvPr>
        </p:nvSpPr>
        <p:spPr>
          <a:xfrm>
            <a:off x="164125" y="6590810"/>
            <a:ext cx="1071153" cy="365125"/>
          </a:xfrm>
          <a:prstGeom prst="rect">
            <a:avLst/>
          </a:prstGeom>
        </p:spPr>
        <p:txBody>
          <a:bodyPr vert="horz" wrap="square" lIns="91440" tIns="45720" rIns="91440" bIns="45720" numCol="1" anchor="t" anchorCtr="0" compatLnSpc="1">
            <a:prstTxWarp prst="textNoShape">
              <a:avLst/>
            </a:prstTxWarp>
          </a:bodyPr>
          <a:lstStyle>
            <a:lvl1pPr>
              <a:defRPr sz="1000" b="0" i="0">
                <a:solidFill>
                  <a:schemeClr val="bg1"/>
                </a:solidFill>
                <a:latin typeface="+mn-lt"/>
                <a:ea typeface="Linux Libertine" charset="0"/>
                <a:cs typeface="Linux Libertine" charset="0"/>
              </a:defRPr>
            </a:lvl1pPr>
          </a:lstStyle>
          <a:p>
            <a:r>
              <a:rPr lang="en-US" altLang="en-US" dirty="0"/>
              <a:t>MDP23-xx</a:t>
            </a:r>
            <a:endParaRPr lang="fr-FR" altLang="en-US" dirty="0"/>
          </a:p>
        </p:txBody>
      </p:sp>
      <p:sp>
        <p:nvSpPr>
          <p:cNvPr id="5" name="Espace réservé du pied de page 4"/>
          <p:cNvSpPr>
            <a:spLocks noGrp="1"/>
          </p:cNvSpPr>
          <p:nvPr>
            <p:ph type="ftr" sz="quarter" idx="11"/>
          </p:nvPr>
        </p:nvSpPr>
        <p:spPr>
          <a:xfrm>
            <a:off x="1711235" y="6590810"/>
            <a:ext cx="5721532" cy="365125"/>
          </a:xfrm>
          <a:prstGeom prst="rect">
            <a:avLst/>
          </a:prstGeom>
        </p:spPr>
        <p:txBody>
          <a:bodyPr/>
          <a:lstStyle>
            <a:lvl1pPr algn="ctr">
              <a:defRPr sz="1000" b="0" i="0" dirty="0">
                <a:solidFill>
                  <a:schemeClr val="bg1"/>
                </a:solidFill>
                <a:latin typeface="+mn-lt"/>
                <a:ea typeface="Linux Libertine" charset="0"/>
                <a:cs typeface="Linux Libertine" charset="0"/>
              </a:defRPr>
            </a:lvl1pPr>
          </a:lstStyle>
          <a:p>
            <a:pPr>
              <a:defRPr/>
            </a:pPr>
            <a:r>
              <a:rPr lang="fr-FR" dirty="0"/>
              <a:t>Project </a:t>
            </a:r>
            <a:r>
              <a:rPr lang="fr-FR" dirty="0" err="1"/>
              <a:t>Title</a:t>
            </a:r>
            <a:endParaRPr lang="fr-FR" dirty="0"/>
          </a:p>
        </p:txBody>
      </p:sp>
      <p:sp>
        <p:nvSpPr>
          <p:cNvPr id="6" name="Espace réservé du numéro de diapositive 5"/>
          <p:cNvSpPr>
            <a:spLocks noGrp="1"/>
          </p:cNvSpPr>
          <p:nvPr>
            <p:ph type="sldNum" sz="quarter" idx="12"/>
          </p:nvPr>
        </p:nvSpPr>
        <p:spPr>
          <a:xfrm>
            <a:off x="7908724" y="6590810"/>
            <a:ext cx="1071152" cy="365125"/>
          </a:xfrm>
          <a:prstGeom prst="rect">
            <a:avLst/>
          </a:prstGeom>
        </p:spPr>
        <p:txBody>
          <a:bodyPr vert="horz" wrap="square" lIns="91440" tIns="45720" rIns="91440" bIns="45720" numCol="1" anchor="t" anchorCtr="0" compatLnSpc="1">
            <a:prstTxWarp prst="textNoShape">
              <a:avLst/>
            </a:prstTxWarp>
          </a:bodyPr>
          <a:lstStyle>
            <a:lvl1pPr algn="r">
              <a:defRPr sz="1000" b="0" i="0">
                <a:solidFill>
                  <a:schemeClr val="bg1"/>
                </a:solidFill>
                <a:latin typeface="+mn-lt"/>
                <a:ea typeface="Linux Libertine" charset="0"/>
                <a:cs typeface="Linux Libertine" charset="0"/>
              </a:defRPr>
            </a:lvl1pPr>
          </a:lstStyle>
          <a:p>
            <a:fld id="{7F40025E-8A47-7E48-AA2F-82A25E5E3F97}" type="slidenum">
              <a:rPr lang="fr-FR" altLang="en-US" smtClean="0"/>
              <a:pPr/>
              <a:t>‹#›</a:t>
            </a:fld>
            <a:endParaRPr lang="fr-FR" altLang="en-US" dirty="0"/>
          </a:p>
        </p:txBody>
      </p:sp>
    </p:spTree>
    <p:extLst>
      <p:ext uri="{BB962C8B-B14F-4D97-AF65-F5344CB8AC3E}">
        <p14:creationId xmlns:p14="http://schemas.microsoft.com/office/powerpoint/2010/main" val="1640958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7" name="Titre 6"/>
          <p:cNvSpPr>
            <a:spLocks noGrp="1"/>
          </p:cNvSpPr>
          <p:nvPr>
            <p:ph type="title"/>
          </p:nvPr>
        </p:nvSpPr>
        <p:spPr>
          <a:xfrm>
            <a:off x="1319349" y="4193177"/>
            <a:ext cx="6254205" cy="1833154"/>
          </a:xfrm>
          <a:prstGeom prst="rect">
            <a:avLst/>
          </a:prstGeom>
        </p:spPr>
        <p:txBody>
          <a:bodyPr vert="horz"/>
          <a:lstStyle>
            <a:lvl1pPr algn="r">
              <a:defRPr lang="fr-FR" sz="3200" b="1" i="0" kern="1200" dirty="0">
                <a:solidFill>
                  <a:schemeClr val="tx1"/>
                </a:solidFill>
                <a:latin typeface="Arial" charset="0"/>
                <a:ea typeface="Arial" charset="0"/>
                <a:cs typeface="Arial" charset="0"/>
              </a:defRPr>
            </a:lvl1pPr>
          </a:lstStyle>
          <a:p>
            <a:endParaRPr lang="fr-FR" dirty="0"/>
          </a:p>
        </p:txBody>
      </p:sp>
    </p:spTree>
    <p:extLst>
      <p:ext uri="{BB962C8B-B14F-4D97-AF65-F5344CB8AC3E}">
        <p14:creationId xmlns:p14="http://schemas.microsoft.com/office/powerpoint/2010/main" val="3880528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7" name="Titre 6"/>
          <p:cNvSpPr>
            <a:spLocks noGrp="1"/>
          </p:cNvSpPr>
          <p:nvPr>
            <p:ph type="title"/>
          </p:nvPr>
        </p:nvSpPr>
        <p:spPr>
          <a:xfrm>
            <a:off x="1319349" y="4193177"/>
            <a:ext cx="6254205" cy="1833154"/>
          </a:xfrm>
          <a:prstGeom prst="rect">
            <a:avLst/>
          </a:prstGeom>
        </p:spPr>
        <p:txBody>
          <a:bodyPr vert="horz"/>
          <a:lstStyle>
            <a:lvl1pPr algn="r">
              <a:defRPr lang="fr-FR" sz="3200" b="1" i="0" kern="1200" dirty="0">
                <a:solidFill>
                  <a:schemeClr val="tx1"/>
                </a:solidFill>
                <a:latin typeface="Arial" charset="0"/>
                <a:ea typeface="Arial" charset="0"/>
                <a:cs typeface="Arial" charset="0"/>
              </a:defRPr>
            </a:lvl1pPr>
          </a:lstStyle>
          <a:p>
            <a:endParaRPr lang="fr-FR" dirty="0"/>
          </a:p>
        </p:txBody>
      </p:sp>
    </p:spTree>
    <p:extLst>
      <p:ext uri="{BB962C8B-B14F-4D97-AF65-F5344CB8AC3E}">
        <p14:creationId xmlns:p14="http://schemas.microsoft.com/office/powerpoint/2010/main" val="2995485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85" r:id="rId1"/>
  </p:sldLayoutIdLst>
  <p:hf hdr="0"/>
  <p:txStyles>
    <p:titleStyle>
      <a:lvl1pPr algn="ctr" defTabSz="457200" rtl="0" eaLnBrk="1" fontAlgn="base" hangingPunct="1">
        <a:spcBef>
          <a:spcPct val="0"/>
        </a:spcBef>
        <a:spcAft>
          <a:spcPct val="0"/>
        </a:spcAft>
        <a:defRPr sz="3600" kern="1200">
          <a:solidFill>
            <a:schemeClr val="bg1"/>
          </a:solidFill>
          <a:effectLst>
            <a:outerShdw blurRad="50800" dist="38100" dir="2700000" algn="tl" rotWithShape="0">
              <a:srgbClr val="000000">
                <a:alpha val="43000"/>
              </a:srgbClr>
            </a:outerShdw>
          </a:effectLst>
          <a:latin typeface="Arial"/>
          <a:ea typeface="ＭＳ Ｐゴシック" charset="0"/>
          <a:cs typeface="Arial"/>
        </a:defRPr>
      </a:lvl1pPr>
      <a:lvl2pPr algn="ctr" defTabSz="457200" rtl="0" eaLnBrk="1" fontAlgn="base" hangingPunct="1">
        <a:spcBef>
          <a:spcPct val="0"/>
        </a:spcBef>
        <a:spcAft>
          <a:spcPct val="0"/>
        </a:spcAft>
        <a:defRPr sz="3600">
          <a:solidFill>
            <a:schemeClr val="bg1"/>
          </a:solidFill>
          <a:latin typeface="Arial" charset="0"/>
          <a:ea typeface="ＭＳ Ｐゴシック" charset="0"/>
        </a:defRPr>
      </a:lvl2pPr>
      <a:lvl3pPr algn="ctr" defTabSz="457200" rtl="0" eaLnBrk="1" fontAlgn="base" hangingPunct="1">
        <a:spcBef>
          <a:spcPct val="0"/>
        </a:spcBef>
        <a:spcAft>
          <a:spcPct val="0"/>
        </a:spcAft>
        <a:defRPr sz="3600">
          <a:solidFill>
            <a:schemeClr val="bg1"/>
          </a:solidFill>
          <a:latin typeface="Arial" charset="0"/>
          <a:ea typeface="ＭＳ Ｐゴシック" charset="0"/>
        </a:defRPr>
      </a:lvl3pPr>
      <a:lvl4pPr algn="ctr" defTabSz="457200" rtl="0" eaLnBrk="1" fontAlgn="base" hangingPunct="1">
        <a:spcBef>
          <a:spcPct val="0"/>
        </a:spcBef>
        <a:spcAft>
          <a:spcPct val="0"/>
        </a:spcAft>
        <a:defRPr sz="3600">
          <a:solidFill>
            <a:schemeClr val="bg1"/>
          </a:solidFill>
          <a:latin typeface="Arial" charset="0"/>
          <a:ea typeface="ＭＳ Ｐゴシック" charset="0"/>
        </a:defRPr>
      </a:lvl4pPr>
      <a:lvl5pPr algn="ctr" defTabSz="457200" rtl="0" eaLnBrk="1" fontAlgn="base" hangingPunct="1">
        <a:spcBef>
          <a:spcPct val="0"/>
        </a:spcBef>
        <a:spcAft>
          <a:spcPct val="0"/>
        </a:spcAft>
        <a:defRPr sz="3600">
          <a:solidFill>
            <a:schemeClr val="bg1"/>
          </a:solidFill>
          <a:latin typeface="Arial" charset="0"/>
          <a:ea typeface="ＭＳ Ｐゴシック" charset="0"/>
        </a:defRPr>
      </a:lvl5pPr>
      <a:lvl6pPr marL="457200" algn="ctr" defTabSz="457200" rtl="0" eaLnBrk="1" fontAlgn="base" hangingPunct="1">
        <a:spcBef>
          <a:spcPct val="0"/>
        </a:spcBef>
        <a:spcAft>
          <a:spcPct val="0"/>
        </a:spcAft>
        <a:defRPr sz="3600">
          <a:solidFill>
            <a:schemeClr val="tx1"/>
          </a:solidFill>
          <a:latin typeface="Arial" charset="0"/>
          <a:ea typeface="ＭＳ Ｐゴシック" charset="0"/>
        </a:defRPr>
      </a:lvl6pPr>
      <a:lvl7pPr marL="914400" algn="ctr" defTabSz="457200" rtl="0" eaLnBrk="1" fontAlgn="base" hangingPunct="1">
        <a:spcBef>
          <a:spcPct val="0"/>
        </a:spcBef>
        <a:spcAft>
          <a:spcPct val="0"/>
        </a:spcAft>
        <a:defRPr sz="3600">
          <a:solidFill>
            <a:schemeClr val="tx1"/>
          </a:solidFill>
          <a:latin typeface="Arial" charset="0"/>
          <a:ea typeface="ＭＳ Ｐゴシック" charset="0"/>
        </a:defRPr>
      </a:lvl7pPr>
      <a:lvl8pPr marL="1371600" algn="ctr" defTabSz="457200" rtl="0" eaLnBrk="1" fontAlgn="base" hangingPunct="1">
        <a:spcBef>
          <a:spcPct val="0"/>
        </a:spcBef>
        <a:spcAft>
          <a:spcPct val="0"/>
        </a:spcAft>
        <a:defRPr sz="3600">
          <a:solidFill>
            <a:schemeClr val="tx1"/>
          </a:solidFill>
          <a:latin typeface="Arial" charset="0"/>
          <a:ea typeface="ＭＳ Ｐゴシック" charset="0"/>
        </a:defRPr>
      </a:lvl8pPr>
      <a:lvl9pPr marL="1828800" algn="ctr" defTabSz="457200" rtl="0" eaLnBrk="1" fontAlgn="base" hangingPunct="1">
        <a:spcBef>
          <a:spcPct val="0"/>
        </a:spcBef>
        <a:spcAft>
          <a:spcPct val="0"/>
        </a:spcAft>
        <a:defRPr sz="3600">
          <a:solidFill>
            <a:schemeClr val="tx1"/>
          </a:solidFill>
          <a:latin typeface="Arial" charset="0"/>
          <a:ea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sz="2800" kern="1200">
          <a:solidFill>
            <a:schemeClr val="tx1"/>
          </a:solidFill>
          <a:latin typeface="Arial"/>
          <a:ea typeface="ＭＳ Ｐゴシック" charset="0"/>
          <a:cs typeface="Arial"/>
        </a:defRPr>
      </a:lvl1pPr>
      <a:lvl2pPr marL="742950" indent="-285750" algn="l" defTabSz="457200" rtl="0" eaLnBrk="1" fontAlgn="base" hangingPunct="1">
        <a:spcBef>
          <a:spcPct val="20000"/>
        </a:spcBef>
        <a:spcAft>
          <a:spcPct val="0"/>
        </a:spcAft>
        <a:buSzPct val="50000"/>
        <a:buFont typeface="Wingdings" charset="2"/>
        <a:buChar char="ü"/>
        <a:defRPr sz="2400" kern="1200">
          <a:solidFill>
            <a:schemeClr val="tx1"/>
          </a:solidFill>
          <a:latin typeface="Arial"/>
          <a:ea typeface="ＭＳ Ｐゴシック" charset="0"/>
          <a:cs typeface="Arial"/>
        </a:defRPr>
      </a:lvl2pPr>
      <a:lvl3pPr marL="1143000" indent="-228600" algn="l" defTabSz="457200" rtl="0" eaLnBrk="1" fontAlgn="base" hangingPunct="1">
        <a:spcBef>
          <a:spcPct val="20000"/>
        </a:spcBef>
        <a:spcAft>
          <a:spcPct val="0"/>
        </a:spcAft>
        <a:buFont typeface="Arial" charset="0"/>
        <a:buChar char="•"/>
        <a:defRPr sz="2000" kern="1200">
          <a:solidFill>
            <a:schemeClr val="tx1"/>
          </a:solidFill>
          <a:latin typeface="Arial"/>
          <a:ea typeface="ＭＳ Ｐゴシック" charset="0"/>
          <a:cs typeface="Arial"/>
        </a:defRPr>
      </a:lvl3pPr>
      <a:lvl4pPr marL="1600200" indent="-228600" algn="l" defTabSz="457200" rtl="0" eaLnBrk="1" fontAlgn="base" hangingPunct="1">
        <a:spcBef>
          <a:spcPct val="20000"/>
        </a:spcBef>
        <a:spcAft>
          <a:spcPct val="0"/>
        </a:spcAft>
        <a:buSzPct val="50000"/>
        <a:buFont typeface="Courier New" charset="0"/>
        <a:buChar char="o"/>
        <a:defRPr sz="2000" kern="1200">
          <a:solidFill>
            <a:schemeClr val="tx1"/>
          </a:solidFill>
          <a:latin typeface="Arial"/>
          <a:ea typeface="ＭＳ Ｐゴシック" charset="0"/>
          <a:cs typeface="Arial"/>
        </a:defRPr>
      </a:lvl4pPr>
      <a:lvl5pPr marL="2057400" indent="-228600" algn="l" defTabSz="457200" rtl="0" eaLnBrk="1" fontAlgn="base" hangingPunct="1">
        <a:spcBef>
          <a:spcPct val="20000"/>
        </a:spcBef>
        <a:spcAft>
          <a:spcPct val="0"/>
        </a:spcAft>
        <a:buSzPct val="60000"/>
        <a:buFont typeface="Wingdings" charset="2"/>
        <a:buChar char=""/>
        <a:defRPr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4" name="Straight Connector 3"/>
          <p:cNvCxnSpPr/>
          <p:nvPr userDrawn="1"/>
        </p:nvCxnSpPr>
        <p:spPr>
          <a:xfrm flipV="1">
            <a:off x="203200" y="346779"/>
            <a:ext cx="8559800" cy="0"/>
          </a:xfrm>
          <a:prstGeom prst="line">
            <a:avLst/>
          </a:prstGeom>
          <a:ln w="28575">
            <a:solidFill>
              <a:srgbClr val="C1B5A8"/>
            </a:solidFill>
          </a:ln>
        </p:spPr>
        <p:style>
          <a:lnRef idx="1">
            <a:schemeClr val="accent1"/>
          </a:lnRef>
          <a:fillRef idx="0">
            <a:schemeClr val="accent1"/>
          </a:fillRef>
          <a:effectRef idx="0">
            <a:schemeClr val="accent1"/>
          </a:effectRef>
          <a:fontRef idx="minor">
            <a:schemeClr val="tx1"/>
          </a:fontRef>
        </p:style>
      </p:cxnSp>
      <p:sp>
        <p:nvSpPr>
          <p:cNvPr id="5" name="Rectangle 4"/>
          <p:cNvSpPr>
            <a:spLocks noChangeAspect="1"/>
          </p:cNvSpPr>
          <p:nvPr userDrawn="1"/>
        </p:nvSpPr>
        <p:spPr>
          <a:xfrm>
            <a:off x="6468400" y="202779"/>
            <a:ext cx="288000" cy="288000"/>
          </a:xfrm>
          <a:prstGeom prst="rect">
            <a:avLst/>
          </a:prstGeom>
          <a:solidFill>
            <a:srgbClr val="0A1C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a:spLocks noChangeAspect="1"/>
          </p:cNvSpPr>
          <p:nvPr userDrawn="1"/>
        </p:nvSpPr>
        <p:spPr>
          <a:xfrm>
            <a:off x="6985000" y="202779"/>
            <a:ext cx="152400" cy="288000"/>
          </a:xfrm>
          <a:prstGeom prst="rect">
            <a:avLst/>
          </a:prstGeom>
          <a:solidFill>
            <a:srgbClr val="0A1C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a:spLocks noChangeAspect="1"/>
          </p:cNvSpPr>
          <p:nvPr userDrawn="1"/>
        </p:nvSpPr>
        <p:spPr>
          <a:xfrm>
            <a:off x="7747000" y="202779"/>
            <a:ext cx="190500" cy="288000"/>
          </a:xfrm>
          <a:prstGeom prst="rect">
            <a:avLst/>
          </a:prstGeom>
          <a:solidFill>
            <a:srgbClr val="0A1C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a:spLocks noChangeAspect="1"/>
          </p:cNvSpPr>
          <p:nvPr userDrawn="1"/>
        </p:nvSpPr>
        <p:spPr>
          <a:xfrm>
            <a:off x="7366000" y="202779"/>
            <a:ext cx="152400" cy="288000"/>
          </a:xfrm>
          <a:prstGeom prst="rect">
            <a:avLst/>
          </a:prstGeom>
          <a:solidFill>
            <a:srgbClr val="A594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p:cNvSpPr>
            <a:spLocks noChangeAspect="1"/>
          </p:cNvSpPr>
          <p:nvPr userDrawn="1"/>
        </p:nvSpPr>
        <p:spPr>
          <a:xfrm>
            <a:off x="8204200" y="202779"/>
            <a:ext cx="288000" cy="288000"/>
          </a:xfrm>
          <a:prstGeom prst="rect">
            <a:avLst/>
          </a:prstGeom>
          <a:solidFill>
            <a:srgbClr val="A594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a:spLocks noChangeAspect="1"/>
          </p:cNvSpPr>
          <p:nvPr userDrawn="1"/>
        </p:nvSpPr>
        <p:spPr>
          <a:xfrm>
            <a:off x="6756400" y="6578300"/>
            <a:ext cx="257670" cy="2772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p:cNvSpPr>
            <a:spLocks noChangeAspect="1"/>
          </p:cNvSpPr>
          <p:nvPr userDrawn="1"/>
        </p:nvSpPr>
        <p:spPr>
          <a:xfrm>
            <a:off x="7133951" y="6578300"/>
            <a:ext cx="257670" cy="2772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p:cNvSpPr>
            <a:spLocks noChangeAspect="1"/>
          </p:cNvSpPr>
          <p:nvPr userDrawn="1"/>
        </p:nvSpPr>
        <p:spPr>
          <a:xfrm>
            <a:off x="7521716" y="6578300"/>
            <a:ext cx="257670" cy="2772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a:spLocks noChangeAspect="1"/>
          </p:cNvSpPr>
          <p:nvPr userDrawn="1"/>
        </p:nvSpPr>
        <p:spPr>
          <a:xfrm>
            <a:off x="7968385" y="6578300"/>
            <a:ext cx="257670" cy="2772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a:spLocks noChangeAspect="1"/>
          </p:cNvSpPr>
          <p:nvPr userDrawn="1"/>
        </p:nvSpPr>
        <p:spPr>
          <a:xfrm>
            <a:off x="8492201" y="6579550"/>
            <a:ext cx="651800" cy="2772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p:cNvSpPr>
            <a:spLocks noChangeAspect="1"/>
          </p:cNvSpPr>
          <p:nvPr userDrawn="1"/>
        </p:nvSpPr>
        <p:spPr>
          <a:xfrm>
            <a:off x="0" y="6578600"/>
            <a:ext cx="6468400" cy="2794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Picture 16">
            <a:extLst>
              <a:ext uri="{FF2B5EF4-FFF2-40B4-BE49-F238E27FC236}">
                <a16:creationId xmlns:a16="http://schemas.microsoft.com/office/drawing/2014/main" id="{BF7E4E3D-5B35-1B4B-BDA2-A3E1EEAB3A51}"/>
              </a:ext>
            </a:extLst>
          </p:cNvPr>
          <p:cNvPicPr>
            <a:picLocks noChangeAspect="1"/>
          </p:cNvPicPr>
          <p:nvPr userDrawn="1"/>
        </p:nvPicPr>
        <p:blipFill>
          <a:blip r:embed="rId4"/>
          <a:stretch>
            <a:fillRect/>
          </a:stretch>
        </p:blipFill>
        <p:spPr>
          <a:xfrm>
            <a:off x="8597619" y="90951"/>
            <a:ext cx="511656" cy="511656"/>
          </a:xfrm>
          <a:prstGeom prst="rect">
            <a:avLst/>
          </a:prstGeom>
        </p:spPr>
      </p:pic>
    </p:spTree>
  </p:cSld>
  <p:clrMap bg1="lt1" tx1="dk1" bg2="lt2" tx2="dk2" accent1="accent1" accent2="accent2" accent3="accent3" accent4="accent4" accent5="accent5" accent6="accent6" hlink="hlink" folHlink="folHlink"/>
  <p:sldLayoutIdLst>
    <p:sldLayoutId id="2147483887" r:id="rId1"/>
    <p:sldLayoutId id="2147483890" r:id="rId2"/>
  </p:sldLayoutIdLst>
  <p:hf hdr="0"/>
  <p:txStyles>
    <p:titleStyle>
      <a:lvl1pPr algn="l" defTabSz="457200" rtl="0" eaLnBrk="0" fontAlgn="base" hangingPunct="0">
        <a:spcBef>
          <a:spcPct val="0"/>
        </a:spcBef>
        <a:spcAft>
          <a:spcPct val="0"/>
        </a:spcAft>
        <a:buClr>
          <a:srgbClr val="17375E"/>
        </a:buClr>
        <a:buFont typeface="Wingdings" charset="2"/>
        <a:defRPr sz="2800" kern="1200">
          <a:solidFill>
            <a:schemeClr val="tx1"/>
          </a:solidFill>
          <a:latin typeface="Arial"/>
          <a:ea typeface="ＭＳ Ｐゴシック" charset="0"/>
          <a:cs typeface="Arial"/>
        </a:defRPr>
      </a:lvl1pPr>
      <a:lvl2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2pPr>
      <a:lvl3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3pPr>
      <a:lvl4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4pPr>
      <a:lvl5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5pPr>
      <a:lvl6pPr marL="10287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6pPr>
      <a:lvl7pPr marL="14859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7pPr>
      <a:lvl8pPr marL="19431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8pPr>
      <a:lvl9pPr marL="24003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9pPr>
    </p:titleStyle>
    <p:bodyStyle>
      <a:lvl1pPr marL="342900" indent="-342900" algn="l" defTabSz="457200" rtl="0" eaLnBrk="0" fontAlgn="base" hangingPunct="0">
        <a:spcBef>
          <a:spcPct val="20000"/>
        </a:spcBef>
        <a:spcAft>
          <a:spcPct val="0"/>
        </a:spcAft>
        <a:buClr>
          <a:srgbClr val="FF6600"/>
        </a:buClr>
        <a:buFont typeface="Wingdings" charset="2"/>
        <a:buChar char="§"/>
        <a:defRPr sz="2600" b="1" kern="1200">
          <a:solidFill>
            <a:srgbClr val="336699"/>
          </a:solidFill>
          <a:latin typeface="Arial"/>
          <a:ea typeface="ＭＳ Ｐゴシック" charset="0"/>
          <a:cs typeface="Arial"/>
        </a:defRPr>
      </a:lvl1pPr>
      <a:lvl2pPr marL="742950" indent="-285750" algn="l" defTabSz="457200" rtl="0" eaLnBrk="0" fontAlgn="base" hangingPunct="0">
        <a:spcBef>
          <a:spcPct val="20000"/>
        </a:spcBef>
        <a:spcAft>
          <a:spcPct val="0"/>
        </a:spcAft>
        <a:buSzPct val="100000"/>
        <a:buFont typeface="Arial" charset="0"/>
        <a:buChar char="•"/>
        <a:defRPr sz="2600" kern="1200">
          <a:solidFill>
            <a:schemeClr val="tx1"/>
          </a:solidFill>
          <a:latin typeface="Arial"/>
          <a:ea typeface="ＭＳ Ｐゴシック" charset="0"/>
          <a:cs typeface="Arial"/>
        </a:defRPr>
      </a:lvl2pPr>
      <a:lvl3pPr marL="1143000" indent="-228600" algn="l" defTabSz="457200" rtl="0" eaLnBrk="0" fontAlgn="base" hangingPunct="0">
        <a:spcBef>
          <a:spcPct val="20000"/>
        </a:spcBef>
        <a:spcAft>
          <a:spcPct val="0"/>
        </a:spcAft>
        <a:buClr>
          <a:srgbClr val="FF6600"/>
        </a:buClr>
        <a:buSzPct val="80000"/>
        <a:buFont typeface="Arial" charset="0"/>
        <a:buChar char="•"/>
        <a:defRPr sz="2400" kern="1200">
          <a:solidFill>
            <a:schemeClr val="tx1"/>
          </a:solidFill>
          <a:latin typeface="Arial"/>
          <a:ea typeface="ＭＳ Ｐゴシック" charset="0"/>
          <a:cs typeface="Arial"/>
        </a:defRPr>
      </a:lvl3pPr>
      <a:lvl4pPr marL="1600200" indent="-228600" algn="l" defTabSz="457200" rtl="0" eaLnBrk="0" fontAlgn="base" hangingPunct="0">
        <a:spcBef>
          <a:spcPct val="20000"/>
        </a:spcBef>
        <a:spcAft>
          <a:spcPct val="0"/>
        </a:spcAft>
        <a:buSzPct val="80000"/>
        <a:buFont typeface="Wingdings" charset="2"/>
        <a:buChar char="§"/>
        <a:defRPr sz="2200" kern="1200">
          <a:solidFill>
            <a:schemeClr val="tx1"/>
          </a:solidFill>
          <a:latin typeface="Arial"/>
          <a:ea typeface="ＭＳ Ｐゴシック" charset="0"/>
          <a:cs typeface="Arial"/>
        </a:defRPr>
      </a:lvl4pPr>
      <a:lvl5pPr marL="2057400" indent="-228600" algn="l" defTabSz="457200" rtl="0" eaLnBrk="0" fontAlgn="base" hangingPunct="0">
        <a:spcBef>
          <a:spcPct val="20000"/>
        </a:spcBef>
        <a:spcAft>
          <a:spcPct val="0"/>
        </a:spcAft>
        <a:buFont typeface="Arial" charset="0"/>
        <a:buChar char="»"/>
        <a:defRPr sz="2000" i="1"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4" name="Straight Connector 3"/>
          <p:cNvCxnSpPr/>
          <p:nvPr userDrawn="1"/>
        </p:nvCxnSpPr>
        <p:spPr>
          <a:xfrm flipV="1">
            <a:off x="203200" y="346779"/>
            <a:ext cx="8559800" cy="0"/>
          </a:xfrm>
          <a:prstGeom prst="line">
            <a:avLst/>
          </a:prstGeom>
          <a:ln w="28575">
            <a:solidFill>
              <a:srgbClr val="C1B5A8"/>
            </a:solidFill>
          </a:ln>
        </p:spPr>
        <p:style>
          <a:lnRef idx="1">
            <a:schemeClr val="accent1"/>
          </a:lnRef>
          <a:fillRef idx="0">
            <a:schemeClr val="accent1"/>
          </a:fillRef>
          <a:effectRef idx="0">
            <a:schemeClr val="accent1"/>
          </a:effectRef>
          <a:fontRef idx="minor">
            <a:schemeClr val="tx1"/>
          </a:fontRef>
        </p:style>
      </p:cxnSp>
      <p:sp>
        <p:nvSpPr>
          <p:cNvPr id="5" name="Rectangle 4"/>
          <p:cNvSpPr>
            <a:spLocks noChangeAspect="1"/>
          </p:cNvSpPr>
          <p:nvPr userDrawn="1"/>
        </p:nvSpPr>
        <p:spPr>
          <a:xfrm>
            <a:off x="6468400" y="202779"/>
            <a:ext cx="288000" cy="288000"/>
          </a:xfrm>
          <a:prstGeom prst="rect">
            <a:avLst/>
          </a:prstGeom>
          <a:solidFill>
            <a:srgbClr val="0A1C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a:spLocks noChangeAspect="1"/>
          </p:cNvSpPr>
          <p:nvPr userDrawn="1"/>
        </p:nvSpPr>
        <p:spPr>
          <a:xfrm>
            <a:off x="6985000" y="202779"/>
            <a:ext cx="152400" cy="288000"/>
          </a:xfrm>
          <a:prstGeom prst="rect">
            <a:avLst/>
          </a:prstGeom>
          <a:solidFill>
            <a:srgbClr val="0A1C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a:spLocks noChangeAspect="1"/>
          </p:cNvSpPr>
          <p:nvPr userDrawn="1"/>
        </p:nvSpPr>
        <p:spPr>
          <a:xfrm>
            <a:off x="7747000" y="202779"/>
            <a:ext cx="190500" cy="288000"/>
          </a:xfrm>
          <a:prstGeom prst="rect">
            <a:avLst/>
          </a:prstGeom>
          <a:solidFill>
            <a:srgbClr val="0A1C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a:spLocks noChangeAspect="1"/>
          </p:cNvSpPr>
          <p:nvPr userDrawn="1"/>
        </p:nvSpPr>
        <p:spPr>
          <a:xfrm>
            <a:off x="7366000" y="202779"/>
            <a:ext cx="152400" cy="288000"/>
          </a:xfrm>
          <a:prstGeom prst="rect">
            <a:avLst/>
          </a:prstGeom>
          <a:solidFill>
            <a:srgbClr val="A594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p:cNvSpPr>
            <a:spLocks noChangeAspect="1"/>
          </p:cNvSpPr>
          <p:nvPr userDrawn="1"/>
        </p:nvSpPr>
        <p:spPr>
          <a:xfrm>
            <a:off x="8204200" y="202779"/>
            <a:ext cx="288000" cy="288000"/>
          </a:xfrm>
          <a:prstGeom prst="rect">
            <a:avLst/>
          </a:prstGeom>
          <a:solidFill>
            <a:srgbClr val="A594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a:spLocks noChangeAspect="1"/>
          </p:cNvSpPr>
          <p:nvPr userDrawn="1"/>
        </p:nvSpPr>
        <p:spPr>
          <a:xfrm>
            <a:off x="6756400" y="6578300"/>
            <a:ext cx="257670" cy="2772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p:cNvSpPr>
            <a:spLocks noChangeAspect="1"/>
          </p:cNvSpPr>
          <p:nvPr userDrawn="1"/>
        </p:nvSpPr>
        <p:spPr>
          <a:xfrm>
            <a:off x="7133951" y="6578300"/>
            <a:ext cx="257670" cy="2772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p:cNvSpPr>
            <a:spLocks noChangeAspect="1"/>
          </p:cNvSpPr>
          <p:nvPr userDrawn="1"/>
        </p:nvSpPr>
        <p:spPr>
          <a:xfrm>
            <a:off x="7521716" y="6578300"/>
            <a:ext cx="257670" cy="2772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a:spLocks noChangeAspect="1"/>
          </p:cNvSpPr>
          <p:nvPr userDrawn="1"/>
        </p:nvSpPr>
        <p:spPr>
          <a:xfrm>
            <a:off x="7968385" y="6578300"/>
            <a:ext cx="257670" cy="2772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a:spLocks noChangeAspect="1"/>
          </p:cNvSpPr>
          <p:nvPr userDrawn="1"/>
        </p:nvSpPr>
        <p:spPr>
          <a:xfrm>
            <a:off x="8492201" y="6579550"/>
            <a:ext cx="651800" cy="2772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p:cNvSpPr>
            <a:spLocks noChangeAspect="1"/>
          </p:cNvSpPr>
          <p:nvPr userDrawn="1"/>
        </p:nvSpPr>
        <p:spPr>
          <a:xfrm>
            <a:off x="0" y="6578600"/>
            <a:ext cx="6468400" cy="2794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TextBox 16"/>
          <p:cNvSpPr txBox="1"/>
          <p:nvPr userDrawn="1"/>
        </p:nvSpPr>
        <p:spPr>
          <a:xfrm>
            <a:off x="9525000" y="812800"/>
            <a:ext cx="184731" cy="369332"/>
          </a:xfrm>
          <a:prstGeom prst="rect">
            <a:avLst/>
          </a:prstGeom>
          <a:noFill/>
        </p:spPr>
        <p:txBody>
          <a:bodyPr wrap="none" rtlCol="0">
            <a:spAutoFit/>
          </a:bodyPr>
          <a:lstStyle/>
          <a:p>
            <a:endParaRPr lang="fr-FR" dirty="0"/>
          </a:p>
        </p:txBody>
      </p:sp>
      <p:pic>
        <p:nvPicPr>
          <p:cNvPr id="18" name="Picture 17"/>
          <p:cNvPicPr>
            <a:picLocks noChangeAspect="1"/>
          </p:cNvPicPr>
          <p:nvPr userDrawn="1"/>
        </p:nvPicPr>
        <p:blipFill rotWithShape="1">
          <a:blip r:embed="rId3"/>
          <a:srcRect l="17857" t="9524" r="11905" b="10714"/>
          <a:stretch/>
        </p:blipFill>
        <p:spPr>
          <a:xfrm>
            <a:off x="8582185" y="18859"/>
            <a:ext cx="577531" cy="655840"/>
          </a:xfrm>
          <a:prstGeom prst="rect">
            <a:avLst/>
          </a:prstGeom>
        </p:spPr>
      </p:pic>
    </p:spTree>
    <p:extLst>
      <p:ext uri="{BB962C8B-B14F-4D97-AF65-F5344CB8AC3E}">
        <p14:creationId xmlns:p14="http://schemas.microsoft.com/office/powerpoint/2010/main" val="262936960"/>
      </p:ext>
    </p:extLst>
  </p:cSld>
  <p:clrMap bg1="lt1" tx1="dk1" bg2="lt2" tx2="dk2" accent1="accent1" accent2="accent2" accent3="accent3" accent4="accent4" accent5="accent5" accent6="accent6" hlink="hlink" folHlink="folHlink"/>
  <p:sldLayoutIdLst>
    <p:sldLayoutId id="2147483889" r:id="rId1"/>
  </p:sldLayoutIdLst>
  <p:hf hdr="0"/>
  <p:txStyles>
    <p:titleStyle>
      <a:lvl1pPr algn="l" defTabSz="457200" rtl="0" eaLnBrk="0" fontAlgn="base" hangingPunct="0">
        <a:spcBef>
          <a:spcPct val="0"/>
        </a:spcBef>
        <a:spcAft>
          <a:spcPct val="0"/>
        </a:spcAft>
        <a:buClr>
          <a:srgbClr val="17375E"/>
        </a:buClr>
        <a:buFont typeface="Wingdings" charset="2"/>
        <a:defRPr sz="2800" kern="1200">
          <a:solidFill>
            <a:schemeClr val="tx1"/>
          </a:solidFill>
          <a:latin typeface="Arial"/>
          <a:ea typeface="ＭＳ Ｐゴシック" charset="0"/>
          <a:cs typeface="Arial"/>
        </a:defRPr>
      </a:lvl1pPr>
      <a:lvl2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2pPr>
      <a:lvl3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3pPr>
      <a:lvl4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4pPr>
      <a:lvl5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5pPr>
      <a:lvl6pPr marL="10287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6pPr>
      <a:lvl7pPr marL="14859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7pPr>
      <a:lvl8pPr marL="19431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8pPr>
      <a:lvl9pPr marL="24003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9pPr>
    </p:titleStyle>
    <p:bodyStyle>
      <a:lvl1pPr marL="342900" indent="-342900" algn="l" defTabSz="457200" rtl="0" eaLnBrk="0" fontAlgn="base" hangingPunct="0">
        <a:spcBef>
          <a:spcPct val="20000"/>
        </a:spcBef>
        <a:spcAft>
          <a:spcPct val="0"/>
        </a:spcAft>
        <a:buClr>
          <a:srgbClr val="FF6600"/>
        </a:buClr>
        <a:buFont typeface="Wingdings" charset="2"/>
        <a:buChar char="§"/>
        <a:defRPr sz="2600" b="1" kern="1200">
          <a:solidFill>
            <a:srgbClr val="336699"/>
          </a:solidFill>
          <a:latin typeface="Arial"/>
          <a:ea typeface="ＭＳ Ｐゴシック" charset="0"/>
          <a:cs typeface="Arial"/>
        </a:defRPr>
      </a:lvl1pPr>
      <a:lvl2pPr marL="742950" indent="-285750" algn="l" defTabSz="457200" rtl="0" eaLnBrk="0" fontAlgn="base" hangingPunct="0">
        <a:spcBef>
          <a:spcPct val="20000"/>
        </a:spcBef>
        <a:spcAft>
          <a:spcPct val="0"/>
        </a:spcAft>
        <a:buSzPct val="100000"/>
        <a:buFont typeface="Arial" charset="0"/>
        <a:buChar char="•"/>
        <a:defRPr sz="2600" kern="1200">
          <a:solidFill>
            <a:schemeClr val="tx1"/>
          </a:solidFill>
          <a:latin typeface="Arial"/>
          <a:ea typeface="ＭＳ Ｐゴシック" charset="0"/>
          <a:cs typeface="Arial"/>
        </a:defRPr>
      </a:lvl2pPr>
      <a:lvl3pPr marL="1143000" indent="-228600" algn="l" defTabSz="457200" rtl="0" eaLnBrk="0" fontAlgn="base" hangingPunct="0">
        <a:spcBef>
          <a:spcPct val="20000"/>
        </a:spcBef>
        <a:spcAft>
          <a:spcPct val="0"/>
        </a:spcAft>
        <a:buClr>
          <a:srgbClr val="FF6600"/>
        </a:buClr>
        <a:buSzPct val="80000"/>
        <a:buFont typeface="Arial" charset="0"/>
        <a:buChar char="•"/>
        <a:defRPr sz="2400" kern="1200">
          <a:solidFill>
            <a:schemeClr val="tx1"/>
          </a:solidFill>
          <a:latin typeface="Arial"/>
          <a:ea typeface="ＭＳ Ｐゴシック" charset="0"/>
          <a:cs typeface="Arial"/>
        </a:defRPr>
      </a:lvl3pPr>
      <a:lvl4pPr marL="1600200" indent="-228600" algn="l" defTabSz="457200" rtl="0" eaLnBrk="0" fontAlgn="base" hangingPunct="0">
        <a:spcBef>
          <a:spcPct val="20000"/>
        </a:spcBef>
        <a:spcAft>
          <a:spcPct val="0"/>
        </a:spcAft>
        <a:buSzPct val="80000"/>
        <a:buFont typeface="Wingdings" charset="2"/>
        <a:buChar char="§"/>
        <a:defRPr sz="2200" kern="1200">
          <a:solidFill>
            <a:schemeClr val="tx1"/>
          </a:solidFill>
          <a:latin typeface="Arial"/>
          <a:ea typeface="ＭＳ Ｐゴシック" charset="0"/>
          <a:cs typeface="Arial"/>
        </a:defRPr>
      </a:lvl4pPr>
      <a:lvl5pPr marL="2057400" indent="-228600" algn="l" defTabSz="457200" rtl="0" eaLnBrk="0" fontAlgn="base" hangingPunct="0">
        <a:spcBef>
          <a:spcPct val="20000"/>
        </a:spcBef>
        <a:spcAft>
          <a:spcPct val="0"/>
        </a:spcAft>
        <a:buFont typeface="Arial" charset="0"/>
        <a:buChar char="»"/>
        <a:defRPr sz="2000" i="1"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1.sv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diagramData" Target="../diagrams/data4.xml"/><Relationship Id="rId7" Type="http://schemas.microsoft.com/office/2007/relationships/diagramDrawing" Target="../diagrams/drawing4.xml"/><Relationship Id="rId12"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diagramColors" Target="../diagrams/colors4.xml"/><Relationship Id="rId11" Type="http://schemas.openxmlformats.org/officeDocument/2006/relationships/image" Target="../media/image40.png"/><Relationship Id="rId5" Type="http://schemas.openxmlformats.org/officeDocument/2006/relationships/diagramQuickStyle" Target="../diagrams/quickStyle4.xml"/><Relationship Id="rId10" Type="http://schemas.openxmlformats.org/officeDocument/2006/relationships/image" Target="../media/image39.png"/><Relationship Id="rId4" Type="http://schemas.openxmlformats.org/officeDocument/2006/relationships/diagramLayout" Target="../diagrams/layout4.xml"/><Relationship Id="rId9"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50.png"/></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629" y="1535607"/>
            <a:ext cx="6181969" cy="1107440"/>
          </a:xfrm>
        </p:spPr>
        <p:txBody>
          <a:bodyPr/>
          <a:lstStyle/>
          <a:p>
            <a:r>
              <a:rPr lang="en-LB" sz="2400" b="1" dirty="0">
                <a:effectLst/>
                <a:latin typeface="Nadeem" pitchFamily="2" charset="-78"/>
                <a:ea typeface="Times New Roman" panose="02020603050405020304" pitchFamily="18" charset="0"/>
                <a:cs typeface="Nadeem" pitchFamily="2" charset="-78"/>
              </a:rPr>
              <a:t>SnowFLOWS: </a:t>
            </a:r>
            <a:br>
              <a:rPr lang="en-LB" sz="2400" b="1" dirty="0">
                <a:effectLst/>
                <a:latin typeface="Nadeem" pitchFamily="2" charset="-78"/>
                <a:ea typeface="Times New Roman" panose="02020603050405020304" pitchFamily="18" charset="0"/>
                <a:cs typeface="Nadeem" pitchFamily="2" charset="-78"/>
              </a:rPr>
            </a:br>
            <a:r>
              <a:rPr lang="en-LB" sz="2400" b="1" dirty="0">
                <a:effectLst/>
                <a:latin typeface="Nadeem" pitchFamily="2" charset="-78"/>
                <a:ea typeface="Times New Roman" panose="02020603050405020304" pitchFamily="18" charset="0"/>
                <a:cs typeface="Nadeem" pitchFamily="2" charset="-78"/>
              </a:rPr>
              <a:t>Generative Spatio‑Temporal Modelling </a:t>
            </a:r>
            <a:br>
              <a:rPr lang="en-LB" sz="2400" b="1" dirty="0">
                <a:effectLst/>
                <a:latin typeface="Nadeem" pitchFamily="2" charset="-78"/>
                <a:ea typeface="Times New Roman" panose="02020603050405020304" pitchFamily="18" charset="0"/>
                <a:cs typeface="Nadeem" pitchFamily="2" charset="-78"/>
              </a:rPr>
            </a:br>
            <a:r>
              <a:rPr lang="en-LB" sz="2400" b="1" dirty="0">
                <a:effectLst/>
                <a:latin typeface="Nadeem" pitchFamily="2" charset="-78"/>
                <a:ea typeface="Times New Roman" panose="02020603050405020304" pitchFamily="18" charset="0"/>
                <a:cs typeface="Nadeem" pitchFamily="2" charset="-78"/>
              </a:rPr>
              <a:t>of Snow Cover Dynamics </a:t>
            </a:r>
            <a:br>
              <a:rPr lang="en-LB" sz="2400" b="1" dirty="0">
                <a:effectLst/>
                <a:latin typeface="Nadeem" pitchFamily="2" charset="-78"/>
                <a:ea typeface="Times New Roman" panose="02020603050405020304" pitchFamily="18" charset="0"/>
                <a:cs typeface="Nadeem" pitchFamily="2" charset="-78"/>
              </a:rPr>
            </a:br>
            <a:r>
              <a:rPr lang="en-LB" sz="2400" b="1" dirty="0">
                <a:effectLst/>
                <a:latin typeface="Nadeem" pitchFamily="2" charset="-78"/>
                <a:ea typeface="Times New Roman" panose="02020603050405020304" pitchFamily="18" charset="0"/>
                <a:cs typeface="Nadeem" pitchFamily="2" charset="-78"/>
              </a:rPr>
              <a:t>Using Satellite Imagery</a:t>
            </a:r>
            <a:br>
              <a:rPr lang="en-LB" sz="1800" dirty="0">
                <a:effectLst/>
                <a:latin typeface="Times New Roman" panose="02020603050405020304" pitchFamily="18" charset="0"/>
                <a:ea typeface="Times New Roman" panose="02020603050405020304" pitchFamily="18" charset="0"/>
              </a:rPr>
            </a:br>
            <a:endParaRPr lang="en-US" dirty="0"/>
          </a:p>
        </p:txBody>
      </p:sp>
      <p:sp>
        <p:nvSpPr>
          <p:cNvPr id="3" name="Text Placeholder 2"/>
          <p:cNvSpPr>
            <a:spLocks noGrp="1"/>
          </p:cNvSpPr>
          <p:nvPr>
            <p:ph type="body" sz="quarter" idx="10"/>
          </p:nvPr>
        </p:nvSpPr>
        <p:spPr>
          <a:xfrm>
            <a:off x="3460882" y="5205065"/>
            <a:ext cx="5566386" cy="642598"/>
          </a:xfrm>
        </p:spPr>
        <p:txBody>
          <a:bodyPr/>
          <a:lstStyle/>
          <a:p>
            <a:r>
              <a:rPr lang="en-US" b="1" dirty="0">
                <a:latin typeface="Nadeem" pitchFamily="2" charset="-78"/>
                <a:cs typeface="Nadeem" pitchFamily="2" charset="-78"/>
              </a:rPr>
              <a:t>ESIB Multidisciplinary Project                </a:t>
            </a:r>
          </a:p>
          <a:p>
            <a:r>
              <a:rPr lang="en-US" b="1" dirty="0">
                <a:latin typeface="Nadeem" pitchFamily="2" charset="-78"/>
                <a:cs typeface="Nadeem" pitchFamily="2" charset="-78"/>
              </a:rPr>
              <a:t>April, 2026</a:t>
            </a:r>
          </a:p>
        </p:txBody>
      </p:sp>
      <p:sp>
        <p:nvSpPr>
          <p:cNvPr id="4" name="Text Placeholder 3"/>
          <p:cNvSpPr>
            <a:spLocks noGrp="1"/>
          </p:cNvSpPr>
          <p:nvPr>
            <p:ph type="body" sz="quarter" idx="11"/>
          </p:nvPr>
        </p:nvSpPr>
        <p:spPr>
          <a:xfrm>
            <a:off x="486629" y="3684203"/>
            <a:ext cx="6181969" cy="1638190"/>
          </a:xfrm>
        </p:spPr>
        <p:txBody>
          <a:bodyPr/>
          <a:lstStyle/>
          <a:p>
            <a:r>
              <a:rPr lang="en-US" sz="1600" b="1" dirty="0">
                <a:latin typeface="Nadeem" pitchFamily="2" charset="-78"/>
                <a:cs typeface="Nadeem" pitchFamily="2" charset="-78"/>
              </a:rPr>
              <a:t>MDP26-19</a:t>
            </a:r>
          </a:p>
          <a:p>
            <a:endParaRPr lang="en-US" sz="1050" b="1" dirty="0">
              <a:latin typeface="Nadeem" pitchFamily="2" charset="-78"/>
              <a:cs typeface="Nadeem" pitchFamily="2" charset="-78"/>
            </a:endParaRPr>
          </a:p>
          <a:p>
            <a:r>
              <a:rPr lang="en-US" sz="1400" b="1" dirty="0">
                <a:latin typeface="Nadeem" pitchFamily="2" charset="-78"/>
                <a:cs typeface="Nadeem" pitchFamily="2" charset="-78"/>
              </a:rPr>
              <a:t>Presented by:</a:t>
            </a:r>
          </a:p>
          <a:p>
            <a:r>
              <a:rPr lang="en-US" sz="1400" kern="1400" spc="25" dirty="0">
                <a:effectLst/>
                <a:latin typeface="Nadeem" pitchFamily="2" charset="-78"/>
                <a:ea typeface="Times New Roman" panose="02020603050405020304" pitchFamily="18" charset="0"/>
                <a:cs typeface="Nadeem" pitchFamily="2" charset="-78"/>
              </a:rPr>
              <a:t>Carla </a:t>
            </a:r>
            <a:r>
              <a:rPr lang="en-US" sz="1400" kern="1400" spc="25" dirty="0" err="1">
                <a:effectLst/>
                <a:latin typeface="Nadeem" pitchFamily="2" charset="-78"/>
                <a:ea typeface="Times New Roman" panose="02020603050405020304" pitchFamily="18" charset="0"/>
                <a:cs typeface="Nadeem" pitchFamily="2" charset="-78"/>
              </a:rPr>
              <a:t>Youness</a:t>
            </a:r>
            <a:r>
              <a:rPr lang="en-US" sz="1400" kern="1400" spc="25" dirty="0">
                <a:effectLst/>
                <a:latin typeface="Nadeem" pitchFamily="2" charset="-78"/>
                <a:ea typeface="Times New Roman" panose="02020603050405020304" pitchFamily="18" charset="0"/>
                <a:cs typeface="Nadeem" pitchFamily="2" charset="-78"/>
              </a:rPr>
              <a:t> (232771)</a:t>
            </a:r>
            <a:endParaRPr lang="en-LB" sz="1400" kern="1400" spc="25" dirty="0">
              <a:effectLst/>
              <a:latin typeface="Nadeem" pitchFamily="2" charset="-78"/>
              <a:ea typeface="Times New Roman" panose="02020603050405020304" pitchFamily="18" charset="0"/>
              <a:cs typeface="Nadeem" pitchFamily="2" charset="-78"/>
            </a:endParaRPr>
          </a:p>
          <a:p>
            <a:r>
              <a:rPr lang="en-US" sz="1400" kern="1400" spc="25" dirty="0">
                <a:effectLst/>
                <a:latin typeface="Nadeem" pitchFamily="2" charset="-78"/>
                <a:ea typeface="Times New Roman" panose="02020603050405020304" pitchFamily="18" charset="0"/>
                <a:cs typeface="Nadeem" pitchFamily="2" charset="-78"/>
              </a:rPr>
              <a:t>Nour </a:t>
            </a:r>
            <a:r>
              <a:rPr lang="en-US" sz="1400" kern="1400" spc="25" dirty="0" err="1">
                <a:effectLst/>
                <a:latin typeface="Nadeem" pitchFamily="2" charset="-78"/>
                <a:ea typeface="Times New Roman" panose="02020603050405020304" pitchFamily="18" charset="0"/>
                <a:cs typeface="Nadeem" pitchFamily="2" charset="-78"/>
              </a:rPr>
              <a:t>el</a:t>
            </a:r>
            <a:r>
              <a:rPr lang="en-US" sz="1400" kern="1400" spc="25" dirty="0">
                <a:effectLst/>
                <a:latin typeface="Nadeem" pitchFamily="2" charset="-78"/>
                <a:ea typeface="Times New Roman" panose="02020603050405020304" pitchFamily="18" charset="0"/>
                <a:cs typeface="Nadeem" pitchFamily="2" charset="-78"/>
              </a:rPr>
              <a:t> </a:t>
            </a:r>
            <a:r>
              <a:rPr lang="en-US" sz="1400" kern="1400" spc="25" dirty="0" err="1">
                <a:effectLst/>
                <a:latin typeface="Nadeem" pitchFamily="2" charset="-78"/>
                <a:ea typeface="Times New Roman" panose="02020603050405020304" pitchFamily="18" charset="0"/>
                <a:cs typeface="Nadeem" pitchFamily="2" charset="-78"/>
              </a:rPr>
              <a:t>Saghir</a:t>
            </a:r>
            <a:r>
              <a:rPr lang="en-US" sz="1400" kern="1400" spc="25" dirty="0">
                <a:effectLst/>
                <a:latin typeface="Nadeem" pitchFamily="2" charset="-78"/>
                <a:ea typeface="Times New Roman" panose="02020603050405020304" pitchFamily="18" charset="0"/>
                <a:cs typeface="Nadeem" pitchFamily="2" charset="-78"/>
              </a:rPr>
              <a:t> (230520)</a:t>
            </a:r>
            <a:endParaRPr lang="en-LB" sz="1400" kern="1400" spc="25" dirty="0">
              <a:effectLst/>
              <a:latin typeface="Nadeem" pitchFamily="2" charset="-78"/>
              <a:ea typeface="Times New Roman" panose="02020603050405020304" pitchFamily="18" charset="0"/>
              <a:cs typeface="Nadeem" pitchFamily="2" charset="-78"/>
            </a:endParaRPr>
          </a:p>
          <a:p>
            <a:r>
              <a:rPr lang="en-US" sz="1400" kern="1400" spc="25" dirty="0">
                <a:effectLst/>
                <a:latin typeface="Nadeem" pitchFamily="2" charset="-78"/>
                <a:ea typeface="Times New Roman" panose="02020603050405020304" pitchFamily="18" charset="0"/>
                <a:cs typeface="Nadeem" pitchFamily="2" charset="-78"/>
              </a:rPr>
              <a:t>Reina Taher (230134)</a:t>
            </a:r>
            <a:endParaRPr lang="en-LB" sz="1400" kern="1400" spc="25" dirty="0">
              <a:effectLst/>
              <a:latin typeface="Nadeem" pitchFamily="2" charset="-78"/>
              <a:ea typeface="Times New Roman" panose="02020603050405020304" pitchFamily="18" charset="0"/>
              <a:cs typeface="Nadeem" pitchFamily="2" charset="-78"/>
            </a:endParaRPr>
          </a:p>
          <a:p>
            <a:r>
              <a:rPr lang="en-US" sz="1400" kern="1400" spc="25" dirty="0">
                <a:effectLst/>
                <a:latin typeface="Nadeem" pitchFamily="2" charset="-78"/>
                <a:ea typeface="Times New Roman" panose="02020603050405020304" pitchFamily="18" charset="0"/>
                <a:cs typeface="Nadeem" pitchFamily="2" charset="-78"/>
              </a:rPr>
              <a:t>Ali Mansour (231039)</a:t>
            </a:r>
            <a:endParaRPr lang="en-LB" sz="1400" kern="1400" spc="25" dirty="0">
              <a:effectLst/>
              <a:latin typeface="Nadeem" pitchFamily="2" charset="-78"/>
              <a:ea typeface="Times New Roman" panose="02020603050405020304" pitchFamily="18" charset="0"/>
              <a:cs typeface="Nadeem" pitchFamily="2" charset="-78"/>
            </a:endParaRPr>
          </a:p>
          <a:p>
            <a:pPr>
              <a:spcAft>
                <a:spcPts val="1500"/>
              </a:spcAft>
            </a:pPr>
            <a:r>
              <a:rPr lang="en-US" sz="1400" kern="1400" spc="25" dirty="0">
                <a:effectLst/>
                <a:latin typeface="Nadeem" pitchFamily="2" charset="-78"/>
                <a:ea typeface="Times New Roman" panose="02020603050405020304" pitchFamily="18" charset="0"/>
                <a:cs typeface="Nadeem" pitchFamily="2" charset="-78"/>
              </a:rPr>
              <a:t>Hassan </a:t>
            </a:r>
            <a:r>
              <a:rPr lang="en-US" sz="1400" kern="1400" spc="25" dirty="0" err="1">
                <a:effectLst/>
                <a:latin typeface="Nadeem" pitchFamily="2" charset="-78"/>
                <a:ea typeface="Times New Roman" panose="02020603050405020304" pitchFamily="18" charset="0"/>
                <a:cs typeface="Nadeem" pitchFamily="2" charset="-78"/>
              </a:rPr>
              <a:t>Dakhlallah</a:t>
            </a:r>
            <a:r>
              <a:rPr lang="en-US" sz="1400" kern="1400" spc="25" dirty="0">
                <a:effectLst/>
                <a:latin typeface="Nadeem" pitchFamily="2" charset="-78"/>
                <a:ea typeface="Times New Roman" panose="02020603050405020304" pitchFamily="18" charset="0"/>
                <a:cs typeface="Nadeem" pitchFamily="2" charset="-78"/>
              </a:rPr>
              <a:t> (222814)</a:t>
            </a:r>
            <a:endParaRPr lang="en-LB" sz="1400" kern="1400" spc="25" dirty="0">
              <a:effectLst/>
              <a:latin typeface="Nadeem" pitchFamily="2" charset="-78"/>
              <a:ea typeface="Times New Roman" panose="02020603050405020304" pitchFamily="18" charset="0"/>
              <a:cs typeface="Nadeem" pitchFamily="2" charset="-78"/>
            </a:endParaRPr>
          </a:p>
        </p:txBody>
      </p:sp>
      <p:sp>
        <p:nvSpPr>
          <p:cNvPr id="5" name="Text Placeholder 4"/>
          <p:cNvSpPr>
            <a:spLocks noGrp="1"/>
          </p:cNvSpPr>
          <p:nvPr>
            <p:ph type="body" sz="quarter" idx="12"/>
          </p:nvPr>
        </p:nvSpPr>
        <p:spPr>
          <a:xfrm>
            <a:off x="3480337" y="4188033"/>
            <a:ext cx="2870201" cy="881375"/>
          </a:xfrm>
        </p:spPr>
        <p:txBody>
          <a:bodyPr/>
          <a:lstStyle/>
          <a:p>
            <a:r>
              <a:rPr lang="en-US" b="1" dirty="0">
                <a:latin typeface="Nadeem" pitchFamily="2" charset="-78"/>
                <a:cs typeface="Nadeem" pitchFamily="2" charset="-78"/>
              </a:rPr>
              <a:t>Supervised by:</a:t>
            </a:r>
          </a:p>
          <a:p>
            <a:r>
              <a:rPr lang="en-US" kern="1400" spc="25" dirty="0">
                <a:effectLst/>
                <a:latin typeface="Nadeem" pitchFamily="2" charset="-78"/>
                <a:ea typeface="Times New Roman" panose="02020603050405020304" pitchFamily="18" charset="0"/>
                <a:cs typeface="Nadeem" pitchFamily="2" charset="-78"/>
              </a:rPr>
              <a:t>Dr. Laurent Drapeau</a:t>
            </a:r>
            <a:endParaRPr lang="en-LB" kern="1400" spc="25" dirty="0">
              <a:effectLst/>
              <a:latin typeface="Nadeem" pitchFamily="2" charset="-78"/>
              <a:ea typeface="Times New Roman" panose="02020603050405020304" pitchFamily="18" charset="0"/>
              <a:cs typeface="Nadeem" pitchFamily="2" charset="-78"/>
            </a:endParaRPr>
          </a:p>
          <a:p>
            <a:pPr>
              <a:spcAft>
                <a:spcPts val="1500"/>
              </a:spcAft>
            </a:pPr>
            <a:r>
              <a:rPr lang="en-US" kern="1400" spc="25" dirty="0">
                <a:effectLst/>
                <a:latin typeface="Nadeem" pitchFamily="2" charset="-78"/>
                <a:ea typeface="Times New Roman" panose="02020603050405020304" pitchFamily="18" charset="0"/>
                <a:cs typeface="Nadeem" pitchFamily="2" charset="-78"/>
              </a:rPr>
              <a:t>Dr. Youssef El </a:t>
            </a:r>
            <a:r>
              <a:rPr lang="en-US" kern="1400" spc="25" dirty="0" err="1">
                <a:effectLst/>
                <a:latin typeface="Nadeem" pitchFamily="2" charset="-78"/>
                <a:ea typeface="Times New Roman" panose="02020603050405020304" pitchFamily="18" charset="0"/>
                <a:cs typeface="Nadeem" pitchFamily="2" charset="-78"/>
              </a:rPr>
              <a:t>Bakouny</a:t>
            </a:r>
            <a:endParaRPr lang="en-LB" kern="1400" spc="25" dirty="0">
              <a:effectLst/>
              <a:latin typeface="Nadeem" pitchFamily="2" charset="-78"/>
              <a:ea typeface="Times New Roman" panose="02020603050405020304" pitchFamily="18" charset="0"/>
              <a:cs typeface="Nadeem" pitchFamily="2" charset="-78"/>
            </a:endParaRPr>
          </a:p>
          <a:p>
            <a:endParaRPr lang="en-US" dirty="0"/>
          </a:p>
        </p:txBody>
      </p:sp>
    </p:spTree>
    <p:extLst>
      <p:ext uri="{BB962C8B-B14F-4D97-AF65-F5344CB8AC3E}">
        <p14:creationId xmlns:p14="http://schemas.microsoft.com/office/powerpoint/2010/main" val="245528624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497115"/>
            <a:ext cx="8229599" cy="1081314"/>
          </a:xfrm>
        </p:spPr>
        <p:txBody>
          <a:bodyPr>
            <a:normAutofit fontScale="90000"/>
          </a:bodyPr>
          <a:lstStyle/>
          <a:p>
            <a:pPr>
              <a:lnSpc>
                <a:spcPct val="90000"/>
              </a:lnSpc>
            </a:pPr>
            <a:r>
              <a:rPr lang="fr-FR" sz="3200" dirty="0">
                <a:solidFill>
                  <a:srgbClr val="0A1C72"/>
                </a:solidFill>
                <a:latin typeface="Nadeem" pitchFamily="2" charset="-78"/>
                <a:cs typeface="Nadeem" pitchFamily="2" charset="-78"/>
              </a:rPr>
              <a:t>Introduction</a:t>
            </a:r>
            <a:br>
              <a:rPr lang="fr-FR" sz="3200" dirty="0">
                <a:solidFill>
                  <a:srgbClr val="0A1C72"/>
                </a:solidFill>
                <a:latin typeface="Nadeem" pitchFamily="2" charset="-78"/>
                <a:cs typeface="Nadeem" pitchFamily="2" charset="-78"/>
              </a:rPr>
            </a:br>
            <a:r>
              <a:rPr lang="fr-FR" sz="900" dirty="0">
                <a:solidFill>
                  <a:schemeClr val="bg1"/>
                </a:solidFill>
                <a:latin typeface="Nadeem" pitchFamily="2" charset="-78"/>
                <a:cs typeface="Nadeem" pitchFamily="2" charset="-78"/>
              </a:rPr>
              <a:t>.</a:t>
            </a:r>
            <a:r>
              <a:rPr lang="fr-FR" sz="2000" dirty="0" err="1">
                <a:solidFill>
                  <a:srgbClr val="0A1C72"/>
                </a:solidFill>
                <a:latin typeface="Nadeem" pitchFamily="2" charset="-78"/>
                <a:cs typeface="Nadeem" pitchFamily="2" charset="-78"/>
              </a:rPr>
              <a:t>Spatio-Temporal</a:t>
            </a:r>
            <a:r>
              <a:rPr lang="fr-FR" sz="2000" dirty="0">
                <a:solidFill>
                  <a:srgbClr val="0A1C72"/>
                </a:solidFill>
                <a:latin typeface="Nadeem" pitchFamily="2" charset="-78"/>
                <a:cs typeface="Nadeem" pitchFamily="2" charset="-78"/>
              </a:rPr>
              <a:t> Snow </a:t>
            </a:r>
            <a:r>
              <a:rPr lang="fr-FR" sz="2000" dirty="0" err="1">
                <a:solidFill>
                  <a:srgbClr val="0A1C72"/>
                </a:solidFill>
                <a:latin typeface="Nadeem" pitchFamily="2" charset="-78"/>
                <a:cs typeface="Nadeem" pitchFamily="2" charset="-78"/>
              </a:rPr>
              <a:t>Forecasting</a:t>
            </a:r>
            <a:r>
              <a:rPr lang="fr-FR" sz="2000" dirty="0">
                <a:solidFill>
                  <a:srgbClr val="0A1C72"/>
                </a:solidFill>
                <a:latin typeface="Nadeem" pitchFamily="2" charset="-78"/>
                <a:cs typeface="Nadeem" pitchFamily="2" charset="-78"/>
              </a:rPr>
              <a:t> </a:t>
            </a:r>
            <a:r>
              <a:rPr lang="fr-FR" sz="2000" dirty="0" err="1">
                <a:solidFill>
                  <a:srgbClr val="0A1C72"/>
                </a:solidFill>
                <a:latin typeface="Nadeem" pitchFamily="2" charset="-78"/>
                <a:cs typeface="Nadeem" pitchFamily="2" charset="-78"/>
              </a:rPr>
              <a:t>using</a:t>
            </a:r>
            <a:r>
              <a:rPr lang="fr-FR" sz="2000" dirty="0">
                <a:solidFill>
                  <a:srgbClr val="0A1C72"/>
                </a:solidFill>
                <a:latin typeface="Nadeem" pitchFamily="2" charset="-78"/>
                <a:cs typeface="Nadeem" pitchFamily="2" charset="-78"/>
              </a:rPr>
              <a:t> </a:t>
            </a:r>
            <a:r>
              <a:rPr lang="fr-FR" sz="2000" dirty="0" err="1">
                <a:solidFill>
                  <a:srgbClr val="0A1C72"/>
                </a:solidFill>
                <a:latin typeface="Nadeem" pitchFamily="2" charset="-78"/>
                <a:cs typeface="Nadeem" pitchFamily="2" charset="-78"/>
              </a:rPr>
              <a:t>Deep</a:t>
            </a:r>
            <a:r>
              <a:rPr lang="fr-FR" sz="2000" dirty="0">
                <a:solidFill>
                  <a:srgbClr val="0A1C72"/>
                </a:solidFill>
                <a:latin typeface="Nadeem" pitchFamily="2" charset="-78"/>
                <a:cs typeface="Nadeem" pitchFamily="2" charset="-78"/>
              </a:rPr>
              <a:t> Learning and Satellite Data</a:t>
            </a:r>
          </a:p>
        </p:txBody>
      </p:sp>
      <p:sp>
        <p:nvSpPr>
          <p:cNvPr id="2" name="Date Placeholder 3">
            <a:extLst>
              <a:ext uri="{FF2B5EF4-FFF2-40B4-BE49-F238E27FC236}">
                <a16:creationId xmlns:a16="http://schemas.microsoft.com/office/drawing/2014/main" id="{A82E7680-74CB-508E-5EB0-0640F97A01CD}"/>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0" name="Slide Number Placeholder 9"/>
          <p:cNvSpPr>
            <a:spLocks noGrp="1"/>
          </p:cNvSpPr>
          <p:nvPr>
            <p:ph type="sldNum" sz="quarter" idx="12"/>
          </p:nvPr>
        </p:nvSpPr>
        <p:spPr>
          <a:xfrm>
            <a:off x="4102312" y="7188584"/>
            <a:ext cx="1071152" cy="365125"/>
          </a:xfrm>
        </p:spPr>
        <p:txBody>
          <a:bodyPr vert="horz" wrap="square" lIns="91440" tIns="45720" rIns="91440" bIns="45720" numCol="1" anchor="t" anchorCtr="0" compatLnSpc="1">
            <a:prstTxWarp prst="textNoShape">
              <a:avLst/>
            </a:prstTxWarp>
            <a:normAutofit/>
          </a:bodyPr>
          <a:lstStyle/>
          <a:p>
            <a:pPr>
              <a:spcAft>
                <a:spcPts val="600"/>
              </a:spcAft>
            </a:pPr>
            <a:fld id="{7F40025E-8A47-7E48-AA2F-82A25E5E3F97}" type="slidenum">
              <a:rPr lang="fr-FR" altLang="en-US" smtClean="0"/>
              <a:pPr>
                <a:spcAft>
                  <a:spcPts val="600"/>
                </a:spcAft>
              </a:pPr>
              <a:t>2</a:t>
            </a:fld>
            <a:endParaRPr lang="fr-FR" altLang="en-US"/>
          </a:p>
        </p:txBody>
      </p:sp>
      <p:sp>
        <p:nvSpPr>
          <p:cNvPr id="15" name="Footer Placeholder 4">
            <a:extLst>
              <a:ext uri="{FF2B5EF4-FFF2-40B4-BE49-F238E27FC236}">
                <a16:creationId xmlns:a16="http://schemas.microsoft.com/office/drawing/2014/main" id="{5B1E3AF8-4517-C5CF-4623-93525BEE2D80}"/>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sp>
        <p:nvSpPr>
          <p:cNvPr id="16" name="Rectangle 15">
            <a:extLst>
              <a:ext uri="{FF2B5EF4-FFF2-40B4-BE49-F238E27FC236}">
                <a16:creationId xmlns:a16="http://schemas.microsoft.com/office/drawing/2014/main" id="{6EFADFBF-739A-4377-7661-82C23B13AED6}"/>
              </a:ext>
            </a:extLst>
          </p:cNvPr>
          <p:cNvSpPr/>
          <p:nvPr/>
        </p:nvSpPr>
        <p:spPr>
          <a:xfrm>
            <a:off x="468351" y="1393902"/>
            <a:ext cx="427777" cy="409011"/>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dk2">
              <a:hueOff val="0"/>
              <a:satOff val="0"/>
              <a:lumOff val="0"/>
              <a:alphaOff val="0"/>
            </a:schemeClr>
          </a:effectRef>
          <a:fontRef idx="minor">
            <a:schemeClr val="lt1"/>
          </a:fontRef>
        </p:style>
      </p:sp>
      <p:sp>
        <p:nvSpPr>
          <p:cNvPr id="17" name="Rectangle 16">
            <a:extLst>
              <a:ext uri="{FF2B5EF4-FFF2-40B4-BE49-F238E27FC236}">
                <a16:creationId xmlns:a16="http://schemas.microsoft.com/office/drawing/2014/main" id="{A2CCAD88-F165-2DA5-2E8B-14BF1F6E9E73}"/>
              </a:ext>
            </a:extLst>
          </p:cNvPr>
          <p:cNvSpPr/>
          <p:nvPr/>
        </p:nvSpPr>
        <p:spPr>
          <a:xfrm>
            <a:off x="514425" y="2441342"/>
            <a:ext cx="370552" cy="369829"/>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dk2">
              <a:hueOff val="0"/>
              <a:satOff val="0"/>
              <a:lumOff val="0"/>
              <a:alphaOff val="0"/>
            </a:schemeClr>
          </a:effectRef>
          <a:fontRef idx="minor">
            <a:schemeClr val="lt1"/>
          </a:fontRef>
        </p:style>
      </p:sp>
      <p:sp>
        <p:nvSpPr>
          <p:cNvPr id="18" name="Rectangle 17">
            <a:extLst>
              <a:ext uri="{FF2B5EF4-FFF2-40B4-BE49-F238E27FC236}">
                <a16:creationId xmlns:a16="http://schemas.microsoft.com/office/drawing/2014/main" id="{08CEF6C7-8E5C-5213-5CE3-984A18391862}"/>
              </a:ext>
            </a:extLst>
          </p:cNvPr>
          <p:cNvSpPr/>
          <p:nvPr/>
        </p:nvSpPr>
        <p:spPr>
          <a:xfrm>
            <a:off x="517440" y="3617520"/>
            <a:ext cx="370552" cy="369829"/>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dk2">
              <a:hueOff val="0"/>
              <a:satOff val="0"/>
              <a:lumOff val="0"/>
              <a:alphaOff val="0"/>
            </a:schemeClr>
          </a:effectRef>
          <a:fontRef idx="minor">
            <a:schemeClr val="lt1"/>
          </a:fontRef>
        </p:style>
      </p:sp>
      <p:sp>
        <p:nvSpPr>
          <p:cNvPr id="19" name="Rectangle 18">
            <a:extLst>
              <a:ext uri="{FF2B5EF4-FFF2-40B4-BE49-F238E27FC236}">
                <a16:creationId xmlns:a16="http://schemas.microsoft.com/office/drawing/2014/main" id="{FE545BDA-167D-833A-AE17-029BFE6A9026}"/>
              </a:ext>
            </a:extLst>
          </p:cNvPr>
          <p:cNvSpPr/>
          <p:nvPr/>
        </p:nvSpPr>
        <p:spPr>
          <a:xfrm>
            <a:off x="514425" y="4967977"/>
            <a:ext cx="370552" cy="369829"/>
          </a:xfrm>
          <a:prstGeom prst="rect">
            <a:avLst/>
          </a:prstGeom>
          <a: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p:spPr>
        <p:style>
          <a:lnRef idx="2">
            <a:scrgbClr r="0" g="0" b="0"/>
          </a:lnRef>
          <a:fillRef idx="1">
            <a:scrgbClr r="0" g="0" b="0"/>
          </a:fillRef>
          <a:effectRef idx="0">
            <a:schemeClr val="dk2">
              <a:hueOff val="0"/>
              <a:satOff val="0"/>
              <a:lumOff val="0"/>
              <a:alphaOff val="0"/>
            </a:schemeClr>
          </a:effectRef>
          <a:fontRef idx="minor">
            <a:schemeClr val="lt1"/>
          </a:fontRef>
        </p:style>
        <p:txBody>
          <a:bodyPr/>
          <a:lstStyle/>
          <a:p>
            <a:endParaRPr lang="en-LB" dirty="0"/>
          </a:p>
        </p:txBody>
      </p:sp>
      <p:grpSp>
        <p:nvGrpSpPr>
          <p:cNvPr id="20" name="Group 19">
            <a:extLst>
              <a:ext uri="{FF2B5EF4-FFF2-40B4-BE49-F238E27FC236}">
                <a16:creationId xmlns:a16="http://schemas.microsoft.com/office/drawing/2014/main" id="{BBE83F30-13A3-976C-4B1D-F400C7AE56E6}"/>
              </a:ext>
            </a:extLst>
          </p:cNvPr>
          <p:cNvGrpSpPr/>
          <p:nvPr/>
        </p:nvGrpSpPr>
        <p:grpSpPr>
          <a:xfrm>
            <a:off x="960709" y="1251241"/>
            <a:ext cx="4982359" cy="714443"/>
            <a:chOff x="-217617" y="288330"/>
            <a:chExt cx="2519065" cy="714443"/>
          </a:xfrm>
        </p:grpSpPr>
        <p:sp>
          <p:nvSpPr>
            <p:cNvPr id="21" name="Rectangle 20">
              <a:extLst>
                <a:ext uri="{FF2B5EF4-FFF2-40B4-BE49-F238E27FC236}">
                  <a16:creationId xmlns:a16="http://schemas.microsoft.com/office/drawing/2014/main" id="{988B5602-2DAC-DF80-0637-5D7421F87786}"/>
                </a:ext>
              </a:extLst>
            </p:cNvPr>
            <p:cNvSpPr/>
            <p:nvPr/>
          </p:nvSpPr>
          <p:spPr>
            <a:xfrm>
              <a:off x="-217617" y="288330"/>
              <a:ext cx="2519065" cy="714443"/>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sp>
        <p:sp>
          <p:nvSpPr>
            <p:cNvPr id="22" name="TextBox 21">
              <a:extLst>
                <a:ext uri="{FF2B5EF4-FFF2-40B4-BE49-F238E27FC236}">
                  <a16:creationId xmlns:a16="http://schemas.microsoft.com/office/drawing/2014/main" id="{8746B99D-1AB0-9E48-1E5E-15C9734C0AA2}"/>
                </a:ext>
              </a:extLst>
            </p:cNvPr>
            <p:cNvSpPr txBox="1"/>
            <p:nvPr/>
          </p:nvSpPr>
          <p:spPr>
            <a:xfrm>
              <a:off x="-217617" y="288330"/>
              <a:ext cx="2519065" cy="71444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5612" tIns="75612" rIns="75612" bIns="75612" numCol="1" spcCol="1270" anchor="ctr" anchorCtr="0">
              <a:noAutofit/>
            </a:bodyPr>
            <a:lstStyle/>
            <a:p>
              <a:pPr marL="0" lvl="0" indent="0" algn="l" defTabSz="622300">
                <a:lnSpc>
                  <a:spcPct val="100000"/>
                </a:lnSpc>
                <a:spcBef>
                  <a:spcPct val="0"/>
                </a:spcBef>
                <a:spcAft>
                  <a:spcPct val="35000"/>
                </a:spcAft>
                <a:buNone/>
              </a:pPr>
              <a:r>
                <a:rPr lang="en-US" sz="1400" b="1" kern="1200" dirty="0">
                  <a:solidFill>
                    <a:srgbClr val="0A1C72"/>
                  </a:solidFill>
                  <a:latin typeface="Nadeem" pitchFamily="2" charset="-78"/>
                  <a:cs typeface="Nadeem" pitchFamily="2" charset="-78"/>
                </a:rPr>
                <a:t>Project Team &amp; Multidisciplinary Contex</a:t>
              </a:r>
              <a:r>
                <a:rPr lang="en-US" sz="1400" b="1" kern="1200" dirty="0">
                  <a:solidFill>
                    <a:schemeClr val="tx1"/>
                  </a:solidFill>
                  <a:latin typeface="Nadeem" pitchFamily="2" charset="-78"/>
                  <a:cs typeface="Nadeem" pitchFamily="2" charset="-78"/>
                </a:rPr>
                <a:t>t</a:t>
              </a:r>
              <a:endParaRPr lang="en-US" sz="1400" kern="1200" dirty="0">
                <a:solidFill>
                  <a:schemeClr val="tx1"/>
                </a:solidFill>
                <a:latin typeface="Nadeem" pitchFamily="2" charset="-78"/>
                <a:cs typeface="Nadeem" pitchFamily="2" charset="-78"/>
              </a:endParaRPr>
            </a:p>
          </p:txBody>
        </p:sp>
      </p:grpSp>
      <p:grpSp>
        <p:nvGrpSpPr>
          <p:cNvPr id="23" name="Group 22">
            <a:extLst>
              <a:ext uri="{FF2B5EF4-FFF2-40B4-BE49-F238E27FC236}">
                <a16:creationId xmlns:a16="http://schemas.microsoft.com/office/drawing/2014/main" id="{68D6B551-BBD6-67BE-9918-37A832419F30}"/>
              </a:ext>
            </a:extLst>
          </p:cNvPr>
          <p:cNvGrpSpPr/>
          <p:nvPr/>
        </p:nvGrpSpPr>
        <p:grpSpPr>
          <a:xfrm>
            <a:off x="-451507" y="1254034"/>
            <a:ext cx="7755909" cy="1790345"/>
            <a:chOff x="-217617" y="1433582"/>
            <a:chExt cx="6069501" cy="1790345"/>
          </a:xfrm>
        </p:grpSpPr>
        <p:sp>
          <p:nvSpPr>
            <p:cNvPr id="24" name="Rectangle 23">
              <a:extLst>
                <a:ext uri="{FF2B5EF4-FFF2-40B4-BE49-F238E27FC236}">
                  <a16:creationId xmlns:a16="http://schemas.microsoft.com/office/drawing/2014/main" id="{1BA08AEA-EAED-011B-0A30-309D4E157CCA}"/>
                </a:ext>
              </a:extLst>
            </p:cNvPr>
            <p:cNvSpPr/>
            <p:nvPr/>
          </p:nvSpPr>
          <p:spPr>
            <a:xfrm>
              <a:off x="-217617" y="1433582"/>
              <a:ext cx="3703320" cy="714443"/>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sp>
        <p:sp>
          <p:nvSpPr>
            <p:cNvPr id="25" name="TextBox 24">
              <a:extLst>
                <a:ext uri="{FF2B5EF4-FFF2-40B4-BE49-F238E27FC236}">
                  <a16:creationId xmlns:a16="http://schemas.microsoft.com/office/drawing/2014/main" id="{D5F7F121-4D88-6751-970A-6F1A83CCBD6B}"/>
                </a:ext>
              </a:extLst>
            </p:cNvPr>
            <p:cNvSpPr txBox="1"/>
            <p:nvPr/>
          </p:nvSpPr>
          <p:spPr>
            <a:xfrm>
              <a:off x="887533" y="2509484"/>
              <a:ext cx="4964351" cy="71444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5612" tIns="75612" rIns="75612" bIns="75612" numCol="1" spcCol="1270" anchor="ctr" anchorCtr="0">
              <a:noAutofit/>
            </a:bodyPr>
            <a:lstStyle/>
            <a:p>
              <a:pPr marL="0" lvl="0" indent="0" algn="l" defTabSz="622300">
                <a:lnSpc>
                  <a:spcPct val="100000"/>
                </a:lnSpc>
                <a:spcBef>
                  <a:spcPct val="0"/>
                </a:spcBef>
                <a:spcAft>
                  <a:spcPct val="35000"/>
                </a:spcAft>
                <a:buNone/>
              </a:pPr>
              <a:r>
                <a:rPr lang="en-US" sz="1400" b="1" kern="1200" dirty="0">
                  <a:solidFill>
                    <a:srgbClr val="0A1C72"/>
                  </a:solidFill>
                  <a:latin typeface="Nadeem" pitchFamily="2" charset="-78"/>
                  <a:cs typeface="Nadeem" pitchFamily="2" charset="-78"/>
                </a:rPr>
                <a:t>Project Context</a:t>
              </a:r>
              <a:endParaRPr lang="en-US" sz="1400" kern="1200" dirty="0">
                <a:solidFill>
                  <a:srgbClr val="0A1C72"/>
                </a:solidFill>
                <a:latin typeface="Nadeem" pitchFamily="2" charset="-78"/>
                <a:cs typeface="Nadeem" pitchFamily="2" charset="-78"/>
              </a:endParaRPr>
            </a:p>
          </p:txBody>
        </p:sp>
      </p:grpSp>
      <p:grpSp>
        <p:nvGrpSpPr>
          <p:cNvPr id="26" name="Group 25">
            <a:extLst>
              <a:ext uri="{FF2B5EF4-FFF2-40B4-BE49-F238E27FC236}">
                <a16:creationId xmlns:a16="http://schemas.microsoft.com/office/drawing/2014/main" id="{5B0704BD-E025-1BFE-BCEF-A949D5486273}"/>
              </a:ext>
            </a:extLst>
          </p:cNvPr>
          <p:cNvGrpSpPr/>
          <p:nvPr/>
        </p:nvGrpSpPr>
        <p:grpSpPr>
          <a:xfrm>
            <a:off x="960708" y="3433342"/>
            <a:ext cx="3703320" cy="714443"/>
            <a:chOff x="-217617" y="2587412"/>
            <a:chExt cx="3703320" cy="714443"/>
          </a:xfrm>
        </p:grpSpPr>
        <p:sp>
          <p:nvSpPr>
            <p:cNvPr id="27" name="Rectangle 26">
              <a:extLst>
                <a:ext uri="{FF2B5EF4-FFF2-40B4-BE49-F238E27FC236}">
                  <a16:creationId xmlns:a16="http://schemas.microsoft.com/office/drawing/2014/main" id="{B583432D-6E33-67F4-B788-654E64C4EAF9}"/>
                </a:ext>
              </a:extLst>
            </p:cNvPr>
            <p:cNvSpPr/>
            <p:nvPr/>
          </p:nvSpPr>
          <p:spPr>
            <a:xfrm>
              <a:off x="-217617" y="2587412"/>
              <a:ext cx="3703320" cy="714443"/>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sp>
        <p:sp>
          <p:nvSpPr>
            <p:cNvPr id="28" name="TextBox 27">
              <a:extLst>
                <a:ext uri="{FF2B5EF4-FFF2-40B4-BE49-F238E27FC236}">
                  <a16:creationId xmlns:a16="http://schemas.microsoft.com/office/drawing/2014/main" id="{3F4E3160-DD2C-9FA5-79FA-4358AB3EC067}"/>
                </a:ext>
              </a:extLst>
            </p:cNvPr>
            <p:cNvSpPr txBox="1"/>
            <p:nvPr/>
          </p:nvSpPr>
          <p:spPr>
            <a:xfrm>
              <a:off x="-217617" y="2587412"/>
              <a:ext cx="3703320" cy="71444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5612" tIns="75612" rIns="75612" bIns="75612" numCol="1" spcCol="1270" anchor="ctr" anchorCtr="0">
              <a:noAutofit/>
            </a:bodyPr>
            <a:lstStyle/>
            <a:p>
              <a:pPr marL="0" lvl="0" indent="0" algn="l" defTabSz="622300">
                <a:lnSpc>
                  <a:spcPct val="100000"/>
                </a:lnSpc>
                <a:spcBef>
                  <a:spcPct val="0"/>
                </a:spcBef>
                <a:spcAft>
                  <a:spcPct val="35000"/>
                </a:spcAft>
                <a:buNone/>
              </a:pPr>
              <a:r>
                <a:rPr lang="en-US" sz="1400" b="1" kern="1200" dirty="0">
                  <a:solidFill>
                    <a:srgbClr val="0A1C72"/>
                  </a:solidFill>
                  <a:latin typeface="Nadeem" pitchFamily="2" charset="-78"/>
                  <a:cs typeface="Nadeem" pitchFamily="2" charset="-78"/>
                </a:rPr>
                <a:t>Problem Statement</a:t>
              </a:r>
              <a:endParaRPr lang="en-US" sz="1400" kern="1200" dirty="0">
                <a:solidFill>
                  <a:srgbClr val="0A1C72"/>
                </a:solidFill>
                <a:latin typeface="Nadeem" pitchFamily="2" charset="-78"/>
                <a:cs typeface="Nadeem" pitchFamily="2" charset="-78"/>
              </a:endParaRPr>
            </a:p>
          </p:txBody>
        </p:sp>
      </p:grpSp>
      <p:grpSp>
        <p:nvGrpSpPr>
          <p:cNvPr id="29" name="Group 28">
            <a:extLst>
              <a:ext uri="{FF2B5EF4-FFF2-40B4-BE49-F238E27FC236}">
                <a16:creationId xmlns:a16="http://schemas.microsoft.com/office/drawing/2014/main" id="{99CA3ED8-7CDD-6AAA-73A4-7CE0216A54EE}"/>
              </a:ext>
            </a:extLst>
          </p:cNvPr>
          <p:cNvGrpSpPr/>
          <p:nvPr/>
        </p:nvGrpSpPr>
        <p:grpSpPr>
          <a:xfrm>
            <a:off x="642009" y="4600630"/>
            <a:ext cx="4022019" cy="898429"/>
            <a:chOff x="-217617" y="3782977"/>
            <a:chExt cx="4022019" cy="898429"/>
          </a:xfrm>
        </p:grpSpPr>
        <p:sp>
          <p:nvSpPr>
            <p:cNvPr id="30" name="Rectangle 29">
              <a:extLst>
                <a:ext uri="{FF2B5EF4-FFF2-40B4-BE49-F238E27FC236}">
                  <a16:creationId xmlns:a16="http://schemas.microsoft.com/office/drawing/2014/main" id="{78CD3810-EF8B-1100-72E2-88DFB3B952AF}"/>
                </a:ext>
              </a:extLst>
            </p:cNvPr>
            <p:cNvSpPr/>
            <p:nvPr/>
          </p:nvSpPr>
          <p:spPr>
            <a:xfrm>
              <a:off x="-217617" y="3782977"/>
              <a:ext cx="3703320" cy="714443"/>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sp>
        <p:sp>
          <p:nvSpPr>
            <p:cNvPr id="31" name="TextBox 30">
              <a:extLst>
                <a:ext uri="{FF2B5EF4-FFF2-40B4-BE49-F238E27FC236}">
                  <a16:creationId xmlns:a16="http://schemas.microsoft.com/office/drawing/2014/main" id="{F0E5AE98-2EF9-A5EC-3743-379BDDE8BFE1}"/>
                </a:ext>
              </a:extLst>
            </p:cNvPr>
            <p:cNvSpPr txBox="1"/>
            <p:nvPr/>
          </p:nvSpPr>
          <p:spPr>
            <a:xfrm>
              <a:off x="101082" y="3966963"/>
              <a:ext cx="3703320" cy="71444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5612" tIns="75612" rIns="75612" bIns="75612" numCol="1" spcCol="1270" anchor="ctr" anchorCtr="0">
              <a:noAutofit/>
            </a:bodyPr>
            <a:lstStyle/>
            <a:p>
              <a:pPr marL="0" lvl="0" indent="0" algn="l" defTabSz="622300">
                <a:lnSpc>
                  <a:spcPct val="100000"/>
                </a:lnSpc>
                <a:spcBef>
                  <a:spcPct val="0"/>
                </a:spcBef>
                <a:spcAft>
                  <a:spcPct val="35000"/>
                </a:spcAft>
                <a:buNone/>
              </a:pPr>
              <a:r>
                <a:rPr lang="en-US" sz="1400" b="1" kern="1200" dirty="0">
                  <a:solidFill>
                    <a:srgbClr val="0A1C72"/>
                  </a:solidFill>
                  <a:latin typeface="Nadeem" pitchFamily="2" charset="-78"/>
                  <a:cs typeface="Nadeem" pitchFamily="2" charset="-78"/>
                </a:rPr>
                <a:t>Engineering Challenge</a:t>
              </a:r>
              <a:endParaRPr lang="en-US" sz="1400" kern="1200" dirty="0">
                <a:solidFill>
                  <a:srgbClr val="0A1C72"/>
                </a:solidFill>
                <a:latin typeface="Nadeem" pitchFamily="2" charset="-78"/>
                <a:cs typeface="Nadeem" pitchFamily="2" charset="-78"/>
              </a:endParaRPr>
            </a:p>
          </p:txBody>
        </p:sp>
      </p:grpSp>
      <p:grpSp>
        <p:nvGrpSpPr>
          <p:cNvPr id="32" name="Group 31">
            <a:extLst>
              <a:ext uri="{FF2B5EF4-FFF2-40B4-BE49-F238E27FC236}">
                <a16:creationId xmlns:a16="http://schemas.microsoft.com/office/drawing/2014/main" id="{A840EEE1-8FC2-5F4C-0E99-EBF56D54CA3B}"/>
              </a:ext>
            </a:extLst>
          </p:cNvPr>
          <p:cNvGrpSpPr/>
          <p:nvPr/>
        </p:nvGrpSpPr>
        <p:grpSpPr>
          <a:xfrm>
            <a:off x="1128030" y="1727310"/>
            <a:ext cx="6887935" cy="672417"/>
            <a:chOff x="1879005" y="277054"/>
            <a:chExt cx="5441901" cy="672417"/>
          </a:xfrm>
        </p:grpSpPr>
        <p:sp>
          <p:nvSpPr>
            <p:cNvPr id="33" name="Rectangle 32">
              <a:extLst>
                <a:ext uri="{FF2B5EF4-FFF2-40B4-BE49-F238E27FC236}">
                  <a16:creationId xmlns:a16="http://schemas.microsoft.com/office/drawing/2014/main" id="{EED8A7C9-28DA-BA54-BC02-63A951064619}"/>
                </a:ext>
              </a:extLst>
            </p:cNvPr>
            <p:cNvSpPr/>
            <p:nvPr/>
          </p:nvSpPr>
          <p:spPr>
            <a:xfrm>
              <a:off x="1879005" y="277054"/>
              <a:ext cx="5441901" cy="672417"/>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sp>
        <p:sp>
          <p:nvSpPr>
            <p:cNvPr id="34" name="TextBox 33">
              <a:extLst>
                <a:ext uri="{FF2B5EF4-FFF2-40B4-BE49-F238E27FC236}">
                  <a16:creationId xmlns:a16="http://schemas.microsoft.com/office/drawing/2014/main" id="{F6057E77-68E4-06E6-EC25-84EF8BE7128A}"/>
                </a:ext>
              </a:extLst>
            </p:cNvPr>
            <p:cNvSpPr txBox="1"/>
            <p:nvPr/>
          </p:nvSpPr>
          <p:spPr>
            <a:xfrm>
              <a:off x="1879005" y="277054"/>
              <a:ext cx="5441901" cy="67241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1164" tIns="71164" rIns="71164" bIns="71164" numCol="1" spcCol="1270" anchor="ctr" anchorCtr="0">
              <a:noAutofit/>
            </a:bodyPr>
            <a:lstStyle/>
            <a:p>
              <a:pPr marL="285750" lvl="0" indent="-285750" algn="l" defTabSz="622300">
                <a:lnSpc>
                  <a:spcPct val="100000"/>
                </a:lnSpc>
                <a:spcBef>
                  <a:spcPct val="0"/>
                </a:spcBef>
                <a:spcAft>
                  <a:spcPct val="35000"/>
                </a:spcAft>
                <a:buFont typeface="Arial" panose="020B0604020202020204" pitchFamily="34" charset="0"/>
                <a:buChar char="•"/>
              </a:pPr>
              <a:r>
                <a:rPr lang="en-US" sz="1400" kern="1200" dirty="0">
                  <a:latin typeface="Nadeem" pitchFamily="2" charset="-78"/>
                  <a:cs typeface="Nadeem" pitchFamily="2" charset="-78"/>
                </a:rPr>
                <a:t>Computer &amp; Communications Engineering (CCE) students </a:t>
              </a:r>
            </a:p>
            <a:p>
              <a:pPr marL="285750" lvl="0" indent="-285750" algn="l" defTabSz="622300">
                <a:lnSpc>
                  <a:spcPct val="100000"/>
                </a:lnSpc>
                <a:spcBef>
                  <a:spcPct val="0"/>
                </a:spcBef>
                <a:spcAft>
                  <a:spcPct val="35000"/>
                </a:spcAft>
                <a:buFont typeface="Arial" panose="020B0604020202020204" pitchFamily="34" charset="0"/>
                <a:buChar char="•"/>
              </a:pPr>
              <a:r>
                <a:rPr lang="en-US" sz="1400" kern="1200" dirty="0">
                  <a:latin typeface="Nadeem" pitchFamily="2" charset="-78"/>
                  <a:cs typeface="Nadeem" pitchFamily="2" charset="-78"/>
                </a:rPr>
                <a:t>Collaboration between data processing, modeling, and system design </a:t>
              </a:r>
            </a:p>
          </p:txBody>
        </p:sp>
      </p:grpSp>
      <p:grpSp>
        <p:nvGrpSpPr>
          <p:cNvPr id="35" name="Group 34">
            <a:extLst>
              <a:ext uri="{FF2B5EF4-FFF2-40B4-BE49-F238E27FC236}">
                <a16:creationId xmlns:a16="http://schemas.microsoft.com/office/drawing/2014/main" id="{14AA06DE-0C3A-C38A-29E6-B04637DAEDC9}"/>
              </a:ext>
            </a:extLst>
          </p:cNvPr>
          <p:cNvGrpSpPr/>
          <p:nvPr/>
        </p:nvGrpSpPr>
        <p:grpSpPr>
          <a:xfrm>
            <a:off x="1136397" y="2438515"/>
            <a:ext cx="7735807" cy="1059672"/>
            <a:chOff x="-457762" y="1434171"/>
            <a:chExt cx="7735807" cy="1059672"/>
          </a:xfrm>
        </p:grpSpPr>
        <p:sp>
          <p:nvSpPr>
            <p:cNvPr id="36" name="Rectangle 35">
              <a:extLst>
                <a:ext uri="{FF2B5EF4-FFF2-40B4-BE49-F238E27FC236}">
                  <a16:creationId xmlns:a16="http://schemas.microsoft.com/office/drawing/2014/main" id="{F124476D-FC83-4852-C1B3-B583DA400527}"/>
                </a:ext>
              </a:extLst>
            </p:cNvPr>
            <p:cNvSpPr/>
            <p:nvPr/>
          </p:nvSpPr>
          <p:spPr>
            <a:xfrm>
              <a:off x="1419774" y="1434171"/>
              <a:ext cx="5858271" cy="672417"/>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sp>
        <p:sp>
          <p:nvSpPr>
            <p:cNvPr id="37" name="TextBox 36">
              <a:extLst>
                <a:ext uri="{FF2B5EF4-FFF2-40B4-BE49-F238E27FC236}">
                  <a16:creationId xmlns:a16="http://schemas.microsoft.com/office/drawing/2014/main" id="{32818510-4E8D-CEA8-339F-8EA456BEB8AB}"/>
                </a:ext>
              </a:extLst>
            </p:cNvPr>
            <p:cNvSpPr txBox="1"/>
            <p:nvPr/>
          </p:nvSpPr>
          <p:spPr>
            <a:xfrm>
              <a:off x="-457762" y="1821426"/>
              <a:ext cx="7055262" cy="67241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1164" tIns="71164" rIns="71164" bIns="71164" numCol="1" spcCol="1270" anchor="ctr" anchorCtr="0">
              <a:noAutofit/>
            </a:bodyPr>
            <a:lstStyle/>
            <a:p>
              <a:pPr marL="285750" lvl="0" indent="-285750" algn="l" defTabSz="622300">
                <a:lnSpc>
                  <a:spcPct val="100000"/>
                </a:lnSpc>
                <a:spcBef>
                  <a:spcPct val="0"/>
                </a:spcBef>
                <a:spcAft>
                  <a:spcPct val="35000"/>
                </a:spcAft>
                <a:buFont typeface="Arial" panose="020B0604020202020204" pitchFamily="34" charset="0"/>
                <a:buChar char="•"/>
              </a:pPr>
              <a:r>
                <a:rPr lang="en-US" sz="1400" kern="1200" dirty="0">
                  <a:latin typeface="Nadeem" pitchFamily="2" charset="-78"/>
                  <a:cs typeface="Nadeem" pitchFamily="2" charset="-78"/>
                </a:rPr>
                <a:t>Snow cover plays a critical role in water resources in Lebanon </a:t>
              </a:r>
            </a:p>
            <a:p>
              <a:pPr marL="285750" lvl="0" indent="-285750" algn="l" defTabSz="622300">
                <a:lnSpc>
                  <a:spcPct val="100000"/>
                </a:lnSpc>
                <a:spcBef>
                  <a:spcPct val="0"/>
                </a:spcBef>
                <a:spcAft>
                  <a:spcPct val="35000"/>
                </a:spcAft>
                <a:buFont typeface="Arial" panose="020B0604020202020204" pitchFamily="34" charset="0"/>
                <a:buChar char="•"/>
              </a:pPr>
              <a:r>
                <a:rPr lang="en-US" sz="1400" kern="1200" dirty="0">
                  <a:latin typeface="Nadeem" pitchFamily="2" charset="-78"/>
                  <a:cs typeface="Nadeem" pitchFamily="2" charset="-78"/>
                </a:rPr>
                <a:t>Monitoring snow dynamics is essential for environmental and economic planning</a:t>
              </a:r>
            </a:p>
          </p:txBody>
        </p:sp>
      </p:grpSp>
      <p:grpSp>
        <p:nvGrpSpPr>
          <p:cNvPr id="38" name="Group 37">
            <a:extLst>
              <a:ext uri="{FF2B5EF4-FFF2-40B4-BE49-F238E27FC236}">
                <a16:creationId xmlns:a16="http://schemas.microsoft.com/office/drawing/2014/main" id="{A6880171-5CC7-E1C3-54A1-6BEFF3BC410B}"/>
              </a:ext>
            </a:extLst>
          </p:cNvPr>
          <p:cNvGrpSpPr/>
          <p:nvPr/>
        </p:nvGrpSpPr>
        <p:grpSpPr>
          <a:xfrm>
            <a:off x="1119019" y="3429000"/>
            <a:ext cx="8898350" cy="1290173"/>
            <a:chOff x="266042" y="2587804"/>
            <a:chExt cx="8898350" cy="1290173"/>
          </a:xfrm>
        </p:grpSpPr>
        <p:sp>
          <p:nvSpPr>
            <p:cNvPr id="39" name="Rectangle 38">
              <a:extLst>
                <a:ext uri="{FF2B5EF4-FFF2-40B4-BE49-F238E27FC236}">
                  <a16:creationId xmlns:a16="http://schemas.microsoft.com/office/drawing/2014/main" id="{2721AC1D-3A70-CC46-8629-00B099729298}"/>
                </a:ext>
              </a:extLst>
            </p:cNvPr>
            <p:cNvSpPr/>
            <p:nvPr/>
          </p:nvSpPr>
          <p:spPr>
            <a:xfrm>
              <a:off x="1411207" y="2587804"/>
              <a:ext cx="7753185" cy="672417"/>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sp>
        <p:sp>
          <p:nvSpPr>
            <p:cNvPr id="40" name="TextBox 39">
              <a:extLst>
                <a:ext uri="{FF2B5EF4-FFF2-40B4-BE49-F238E27FC236}">
                  <a16:creationId xmlns:a16="http://schemas.microsoft.com/office/drawing/2014/main" id="{1102F50A-81C8-4DCC-241A-63FFBD88A6A4}"/>
                </a:ext>
              </a:extLst>
            </p:cNvPr>
            <p:cNvSpPr txBox="1"/>
            <p:nvPr/>
          </p:nvSpPr>
          <p:spPr>
            <a:xfrm>
              <a:off x="266042" y="3205560"/>
              <a:ext cx="7753185" cy="67241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1164" tIns="71164" rIns="71164" bIns="71164" numCol="1" spcCol="1270" anchor="ctr" anchorCtr="0">
              <a:noAutofit/>
            </a:bodyPr>
            <a:lstStyle/>
            <a:p>
              <a:pPr marL="285750" lvl="0" indent="-285750" algn="l" defTabSz="622300">
                <a:lnSpc>
                  <a:spcPct val="100000"/>
                </a:lnSpc>
                <a:spcBef>
                  <a:spcPct val="0"/>
                </a:spcBef>
                <a:spcAft>
                  <a:spcPct val="35000"/>
                </a:spcAft>
                <a:buFont typeface="Arial" panose="020B0604020202020204" pitchFamily="34" charset="0"/>
                <a:buChar char="•"/>
              </a:pPr>
              <a:r>
                <a:rPr lang="en-US" sz="1400" kern="1200" dirty="0">
                  <a:latin typeface="Nadeem" pitchFamily="2" charset="-78"/>
                  <a:cs typeface="Nadeem" pitchFamily="2" charset="-78"/>
                </a:rPr>
                <a:t>Difficulty in accurately forecasting snow evolution over time </a:t>
              </a:r>
            </a:p>
            <a:p>
              <a:pPr marL="285750" lvl="0" indent="-285750" algn="l" defTabSz="622300">
                <a:lnSpc>
                  <a:spcPct val="100000"/>
                </a:lnSpc>
                <a:spcBef>
                  <a:spcPct val="0"/>
                </a:spcBef>
                <a:spcAft>
                  <a:spcPct val="35000"/>
                </a:spcAft>
                <a:buFont typeface="Arial" panose="020B0604020202020204" pitchFamily="34" charset="0"/>
                <a:buChar char="•"/>
              </a:pPr>
              <a:r>
                <a:rPr lang="en-US" sz="1400" kern="1200" dirty="0">
                  <a:latin typeface="Nadeem" pitchFamily="2" charset="-78"/>
                  <a:cs typeface="Nadeem" pitchFamily="2" charset="-78"/>
                </a:rPr>
                <a:t>Limited temporal coverage (Sentinel-2) vs limited spatial resolution (MODIS) </a:t>
              </a:r>
            </a:p>
            <a:p>
              <a:pPr marL="285750" lvl="0" indent="-285750" algn="l" defTabSz="622300">
                <a:lnSpc>
                  <a:spcPct val="100000"/>
                </a:lnSpc>
                <a:spcBef>
                  <a:spcPct val="0"/>
                </a:spcBef>
                <a:spcAft>
                  <a:spcPct val="35000"/>
                </a:spcAft>
                <a:buFont typeface="Arial" panose="020B0604020202020204" pitchFamily="34" charset="0"/>
                <a:buChar char="•"/>
              </a:pPr>
              <a:r>
                <a:rPr lang="en-US" sz="1400" kern="1200" dirty="0">
                  <a:latin typeface="Nadeem" pitchFamily="2" charset="-78"/>
                  <a:cs typeface="Nadeem" pitchFamily="2" charset="-78"/>
                </a:rPr>
                <a:t>High variability of snow behavior in mountainous regions </a:t>
              </a:r>
            </a:p>
          </p:txBody>
        </p:sp>
      </p:grpSp>
      <p:grpSp>
        <p:nvGrpSpPr>
          <p:cNvPr id="41" name="Group 40">
            <a:extLst>
              <a:ext uri="{FF2B5EF4-FFF2-40B4-BE49-F238E27FC236}">
                <a16:creationId xmlns:a16="http://schemas.microsoft.com/office/drawing/2014/main" id="{7C3D01F5-6360-E93D-FD5C-E4EA82102C1A}"/>
              </a:ext>
            </a:extLst>
          </p:cNvPr>
          <p:cNvGrpSpPr/>
          <p:nvPr/>
        </p:nvGrpSpPr>
        <p:grpSpPr>
          <a:xfrm>
            <a:off x="1128030" y="5124860"/>
            <a:ext cx="8496649" cy="960397"/>
            <a:chOff x="590645" y="3750320"/>
            <a:chExt cx="8496649" cy="960397"/>
          </a:xfrm>
        </p:grpSpPr>
        <p:sp>
          <p:nvSpPr>
            <p:cNvPr id="42" name="Rectangle 41">
              <a:extLst>
                <a:ext uri="{FF2B5EF4-FFF2-40B4-BE49-F238E27FC236}">
                  <a16:creationId xmlns:a16="http://schemas.microsoft.com/office/drawing/2014/main" id="{278494FE-2A72-B24B-A6D2-DF4309E81DDE}"/>
                </a:ext>
              </a:extLst>
            </p:cNvPr>
            <p:cNvSpPr/>
            <p:nvPr/>
          </p:nvSpPr>
          <p:spPr>
            <a:xfrm>
              <a:off x="1416124" y="3750320"/>
              <a:ext cx="7671170" cy="672417"/>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sp>
        <p:sp>
          <p:nvSpPr>
            <p:cNvPr id="43" name="TextBox 42">
              <a:extLst>
                <a:ext uri="{FF2B5EF4-FFF2-40B4-BE49-F238E27FC236}">
                  <a16:creationId xmlns:a16="http://schemas.microsoft.com/office/drawing/2014/main" id="{28A55E93-95E5-4778-97E4-1F032DE15B5B}"/>
                </a:ext>
              </a:extLst>
            </p:cNvPr>
            <p:cNvSpPr txBox="1"/>
            <p:nvPr/>
          </p:nvSpPr>
          <p:spPr>
            <a:xfrm>
              <a:off x="590645" y="4038300"/>
              <a:ext cx="7671170" cy="67241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1164" tIns="71164" rIns="71164" bIns="71164" numCol="1" spcCol="1270" anchor="ctr" anchorCtr="0">
              <a:noAutofit/>
            </a:bodyPr>
            <a:lstStyle/>
            <a:p>
              <a:pPr marL="285750" lvl="0" indent="-285750" algn="l" defTabSz="622300">
                <a:lnSpc>
                  <a:spcPct val="100000"/>
                </a:lnSpc>
                <a:spcBef>
                  <a:spcPct val="0"/>
                </a:spcBef>
                <a:spcAft>
                  <a:spcPct val="35000"/>
                </a:spcAft>
                <a:buFont typeface="Arial" panose="020B0604020202020204" pitchFamily="34" charset="0"/>
                <a:buChar char="•"/>
              </a:pPr>
              <a:r>
                <a:rPr lang="en-US" sz="1400" kern="1200" dirty="0">
                  <a:latin typeface="Nadeem" pitchFamily="2" charset="-78"/>
                  <a:cs typeface="Nadeem" pitchFamily="2" charset="-78"/>
                </a:rPr>
                <a:t>Design a system capable of modeling complex </a:t>
              </a:r>
              <a:r>
                <a:rPr lang="en-US" sz="1400" kern="1200" dirty="0" err="1">
                  <a:latin typeface="Nadeem" pitchFamily="2" charset="-78"/>
                  <a:cs typeface="Nadeem" pitchFamily="2" charset="-78"/>
                </a:rPr>
                <a:t>spatio</a:t>
              </a:r>
              <a:r>
                <a:rPr lang="en-US" sz="1400" kern="1200" dirty="0">
                  <a:latin typeface="Nadeem" pitchFamily="2" charset="-78"/>
                  <a:cs typeface="Nadeem" pitchFamily="2" charset="-78"/>
                </a:rPr>
                <a:t>-temporal snow dynamics </a:t>
              </a:r>
            </a:p>
            <a:p>
              <a:pPr marL="285750" lvl="0" indent="-285750" algn="l" defTabSz="622300">
                <a:lnSpc>
                  <a:spcPct val="100000"/>
                </a:lnSpc>
                <a:spcBef>
                  <a:spcPct val="0"/>
                </a:spcBef>
                <a:spcAft>
                  <a:spcPct val="35000"/>
                </a:spcAft>
                <a:buFont typeface="Arial" panose="020B0604020202020204" pitchFamily="34" charset="0"/>
                <a:buChar char="•"/>
              </a:pPr>
              <a:r>
                <a:rPr lang="en-US" sz="1400" kern="1200" dirty="0">
                  <a:latin typeface="Nadeem" pitchFamily="2" charset="-78"/>
                  <a:cs typeface="Nadeem" pitchFamily="2" charset="-78"/>
                </a:rPr>
                <a:t>Integrate multi-source satellite data </a:t>
              </a:r>
            </a:p>
            <a:p>
              <a:pPr marL="285750" lvl="0" indent="-285750" algn="l" defTabSz="622300">
                <a:lnSpc>
                  <a:spcPct val="100000"/>
                </a:lnSpc>
                <a:spcBef>
                  <a:spcPct val="0"/>
                </a:spcBef>
                <a:spcAft>
                  <a:spcPct val="35000"/>
                </a:spcAft>
                <a:buFont typeface="Arial" panose="020B0604020202020204" pitchFamily="34" charset="0"/>
                <a:buChar char="•"/>
              </a:pPr>
              <a:r>
                <a:rPr lang="en-US" sz="1400" kern="1200" dirty="0">
                  <a:latin typeface="Nadeem" pitchFamily="2" charset="-78"/>
                  <a:cs typeface="Nadeem" pitchFamily="2" charset="-78"/>
                </a:rPr>
                <a:t>Capture nonlinear temporal dependencies using machine learning</a:t>
              </a:r>
            </a:p>
          </p:txBody>
        </p:sp>
      </p:grpSp>
    </p:spTree>
    <p:extLst>
      <p:ext uri="{BB962C8B-B14F-4D97-AF65-F5344CB8AC3E}">
        <p14:creationId xmlns:p14="http://schemas.microsoft.com/office/powerpoint/2010/main" val="2685096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4188" y="625304"/>
            <a:ext cx="8229599" cy="747713"/>
          </a:xfrm>
        </p:spPr>
        <p:txBody>
          <a:bodyPr/>
          <a:lstStyle/>
          <a:p>
            <a:r>
              <a:rPr lang="en-US" sz="3200" dirty="0">
                <a:solidFill>
                  <a:srgbClr val="0A1C72"/>
                </a:solidFill>
                <a:latin typeface="Nadeem" pitchFamily="2" charset="-78"/>
                <a:cs typeface="Nadeem" pitchFamily="2" charset="-78"/>
              </a:rPr>
              <a:t>Project Objectives and Outcomes</a:t>
            </a:r>
          </a:p>
        </p:txBody>
      </p:sp>
      <p:sp>
        <p:nvSpPr>
          <p:cNvPr id="3" name="Content Placeholder 2"/>
          <p:cNvSpPr>
            <a:spLocks noGrp="1"/>
          </p:cNvSpPr>
          <p:nvPr>
            <p:ph idx="1"/>
          </p:nvPr>
        </p:nvSpPr>
        <p:spPr>
          <a:xfrm>
            <a:off x="771705" y="1423746"/>
            <a:ext cx="8229600" cy="4767626"/>
          </a:xfrm>
        </p:spPr>
        <p:txBody>
          <a:bodyPr/>
          <a:lstStyle/>
          <a:p>
            <a:pPr marL="0" indent="0">
              <a:buNone/>
            </a:pPr>
            <a:r>
              <a:rPr lang="en-US" sz="1400" dirty="0">
                <a:solidFill>
                  <a:schemeClr val="tx1"/>
                </a:solidFill>
                <a:latin typeface="Nadeem" pitchFamily="2" charset="-78"/>
                <a:cs typeface="Nadeem" pitchFamily="2" charset="-78"/>
              </a:rPr>
              <a:t>Project Objectives</a:t>
            </a:r>
          </a:p>
          <a:p>
            <a:pPr>
              <a:buFont typeface="Arial" panose="020B0604020202020204" pitchFamily="34" charset="0"/>
              <a:buChar char="•"/>
            </a:pPr>
            <a:r>
              <a:rPr lang="en-US" sz="1400" b="0" dirty="0">
                <a:solidFill>
                  <a:schemeClr val="tx1"/>
                </a:solidFill>
                <a:latin typeface="Nadeem" pitchFamily="2" charset="-78"/>
                <a:cs typeface="Nadeem" pitchFamily="2" charset="-78"/>
              </a:rPr>
              <a:t>Develop a snow forecasting system using satellite data </a:t>
            </a:r>
          </a:p>
          <a:p>
            <a:pPr>
              <a:buFont typeface="Arial" panose="020B0604020202020204" pitchFamily="34" charset="0"/>
              <a:buChar char="•"/>
            </a:pPr>
            <a:r>
              <a:rPr lang="en-US" sz="1400" b="0" dirty="0">
                <a:solidFill>
                  <a:schemeClr val="tx1"/>
                </a:solidFill>
                <a:latin typeface="Nadeem" pitchFamily="2" charset="-78"/>
                <a:cs typeface="Nadeem" pitchFamily="2" charset="-78"/>
              </a:rPr>
              <a:t>Model temporal dynamics of snow cover using LSTM networks </a:t>
            </a:r>
          </a:p>
          <a:p>
            <a:pPr>
              <a:buFont typeface="Arial" panose="020B0604020202020204" pitchFamily="34" charset="0"/>
              <a:buChar char="•"/>
            </a:pPr>
            <a:r>
              <a:rPr lang="en-US" sz="1400" b="0" dirty="0">
                <a:solidFill>
                  <a:schemeClr val="tx1"/>
                </a:solidFill>
                <a:latin typeface="Nadeem" pitchFamily="2" charset="-78"/>
                <a:cs typeface="Nadeem" pitchFamily="2" charset="-78"/>
              </a:rPr>
              <a:t>Analyze the impact of sequence length on prediction performance </a:t>
            </a:r>
          </a:p>
          <a:p>
            <a:pPr marL="0" indent="0">
              <a:buNone/>
            </a:pPr>
            <a:endParaRPr lang="en-US" sz="1400" b="0" dirty="0">
              <a:solidFill>
                <a:schemeClr val="tx1"/>
              </a:solidFill>
              <a:latin typeface="Nadeem" pitchFamily="2" charset="-78"/>
              <a:cs typeface="Nadeem" pitchFamily="2" charset="-78"/>
            </a:endParaRPr>
          </a:p>
          <a:p>
            <a:pPr marL="0" indent="0">
              <a:buNone/>
            </a:pPr>
            <a:r>
              <a:rPr lang="en-US" sz="1400" dirty="0">
                <a:solidFill>
                  <a:schemeClr val="tx1"/>
                </a:solidFill>
                <a:latin typeface="Nadeem" pitchFamily="2" charset="-78"/>
                <a:cs typeface="Nadeem" pitchFamily="2" charset="-78"/>
              </a:rPr>
              <a:t>Project Outcomes</a:t>
            </a:r>
          </a:p>
          <a:p>
            <a:pPr>
              <a:buFont typeface="Arial" panose="020B0604020202020204" pitchFamily="34" charset="0"/>
              <a:buChar char="•"/>
            </a:pPr>
            <a:r>
              <a:rPr lang="en-US" sz="1400" b="0" dirty="0">
                <a:solidFill>
                  <a:schemeClr val="tx1"/>
                </a:solidFill>
                <a:latin typeface="Nadeem" pitchFamily="2" charset="-78"/>
                <a:cs typeface="Nadeem" pitchFamily="2" charset="-78"/>
              </a:rPr>
              <a:t>Built a multi-source dataset (Sentinel-2, MODIS, meteorological data) </a:t>
            </a:r>
          </a:p>
          <a:p>
            <a:pPr>
              <a:buFont typeface="Arial" panose="020B0604020202020204" pitchFamily="34" charset="0"/>
              <a:buChar char="•"/>
            </a:pPr>
            <a:r>
              <a:rPr lang="en-US" sz="1400" b="0" dirty="0">
                <a:solidFill>
                  <a:schemeClr val="tx1"/>
                </a:solidFill>
                <a:latin typeface="Nadeem" pitchFamily="2" charset="-78"/>
                <a:cs typeface="Nadeem" pitchFamily="2" charset="-78"/>
              </a:rPr>
              <a:t>Achieved improved performance over baseline models </a:t>
            </a:r>
          </a:p>
          <a:p>
            <a:pPr>
              <a:buFont typeface="Arial" panose="020B0604020202020204" pitchFamily="34" charset="0"/>
              <a:buChar char="•"/>
            </a:pPr>
            <a:r>
              <a:rPr lang="en-US" sz="1400" b="0" dirty="0">
                <a:solidFill>
                  <a:schemeClr val="tx1"/>
                </a:solidFill>
                <a:latin typeface="Nadeem" pitchFamily="2" charset="-78"/>
                <a:cs typeface="Nadeem" pitchFamily="2" charset="-78"/>
              </a:rPr>
              <a:t>Identified trade-off between numerical accuracy and visual realism </a:t>
            </a:r>
          </a:p>
          <a:p>
            <a:pPr marL="0" indent="0">
              <a:buNone/>
            </a:pPr>
            <a:endParaRPr lang="en-US" sz="1400" b="0" dirty="0">
              <a:solidFill>
                <a:schemeClr val="tx1"/>
              </a:solidFill>
              <a:latin typeface="Nadeem" pitchFamily="2" charset="-78"/>
              <a:cs typeface="Nadeem" pitchFamily="2" charset="-78"/>
            </a:endParaRPr>
          </a:p>
          <a:p>
            <a:pPr marL="0" indent="0">
              <a:buNone/>
            </a:pPr>
            <a:endParaRPr lang="en-US" sz="1200" dirty="0">
              <a:solidFill>
                <a:schemeClr val="tx1"/>
              </a:solidFill>
              <a:latin typeface="Nadeem" pitchFamily="2" charset="-78"/>
              <a:cs typeface="Nadeem" pitchFamily="2" charset="-78"/>
            </a:endParaRPr>
          </a:p>
          <a:p>
            <a:pPr marL="0" indent="0">
              <a:buNone/>
            </a:pPr>
            <a:endParaRPr lang="en-US" sz="1200" dirty="0">
              <a:solidFill>
                <a:schemeClr val="tx1"/>
              </a:solidFill>
              <a:latin typeface="Nadeem" pitchFamily="2" charset="-78"/>
              <a:cs typeface="Nadeem" pitchFamily="2" charset="-78"/>
            </a:endParaRPr>
          </a:p>
          <a:p>
            <a:pPr marL="0" indent="0">
              <a:buNone/>
            </a:pPr>
            <a:endParaRPr lang="en-US" sz="1200" dirty="0">
              <a:solidFill>
                <a:schemeClr val="tx1"/>
              </a:solidFill>
              <a:latin typeface="Nadeem" pitchFamily="2" charset="-78"/>
              <a:cs typeface="Nadeem" pitchFamily="2" charset="-78"/>
            </a:endParaRPr>
          </a:p>
          <a:p>
            <a:pPr marL="0" indent="0">
              <a:buNone/>
            </a:pPr>
            <a:endParaRPr lang="en-US" sz="1200" dirty="0">
              <a:solidFill>
                <a:schemeClr val="tx1"/>
              </a:solidFill>
              <a:latin typeface="Nadeem" pitchFamily="2" charset="-78"/>
              <a:cs typeface="Nadeem" pitchFamily="2" charset="-78"/>
            </a:endParaRPr>
          </a:p>
          <a:p>
            <a:pPr marL="0" indent="0">
              <a:buNone/>
            </a:pPr>
            <a:endParaRPr lang="en-US" sz="1200" dirty="0">
              <a:solidFill>
                <a:schemeClr val="tx1"/>
              </a:solidFill>
              <a:latin typeface="Nadeem" pitchFamily="2" charset="-78"/>
              <a:cs typeface="Nadeem" pitchFamily="2" charset="-78"/>
            </a:endParaRPr>
          </a:p>
          <a:p>
            <a:pPr marL="0" indent="0">
              <a:buNone/>
            </a:pPr>
            <a:r>
              <a:rPr lang="en-US" sz="1400" dirty="0">
                <a:solidFill>
                  <a:schemeClr val="tx1"/>
                </a:solidFill>
                <a:latin typeface="Nadeem" pitchFamily="2" charset="-78"/>
                <a:cs typeface="Nadeem" pitchFamily="2" charset="-78"/>
              </a:rPr>
              <a:t>Why ? Because …</a:t>
            </a:r>
          </a:p>
          <a:p>
            <a:pPr>
              <a:buFont typeface="Arial" panose="020B0604020202020204" pitchFamily="34" charset="0"/>
              <a:buChar char="•"/>
            </a:pPr>
            <a:r>
              <a:rPr lang="en-US" sz="1400" b="0" dirty="0">
                <a:solidFill>
                  <a:schemeClr val="tx1"/>
                </a:solidFill>
                <a:latin typeface="Nadeem" pitchFamily="2" charset="-78"/>
                <a:cs typeface="Nadeem" pitchFamily="2" charset="-78"/>
              </a:rPr>
              <a:t>Snow behavior is nonlinear and time-dependent </a:t>
            </a:r>
          </a:p>
          <a:p>
            <a:pPr>
              <a:buFont typeface="Arial" panose="020B0604020202020204" pitchFamily="34" charset="0"/>
              <a:buChar char="•"/>
            </a:pPr>
            <a:r>
              <a:rPr lang="en-US" sz="1400" b="0" dirty="0">
                <a:solidFill>
                  <a:schemeClr val="tx1"/>
                </a:solidFill>
                <a:latin typeface="Nadeem" pitchFamily="2" charset="-78"/>
                <a:cs typeface="Nadeem" pitchFamily="2" charset="-78"/>
              </a:rPr>
              <a:t>Traditional methods fail to capture complex temporal patterns </a:t>
            </a:r>
          </a:p>
          <a:p>
            <a:pPr>
              <a:buFont typeface="Arial" panose="020B0604020202020204" pitchFamily="34" charset="0"/>
              <a:buChar char="•"/>
            </a:pPr>
            <a:r>
              <a:rPr lang="en-US" sz="1400" b="0" dirty="0">
                <a:solidFill>
                  <a:schemeClr val="tx1"/>
                </a:solidFill>
                <a:latin typeface="Nadeem" pitchFamily="2" charset="-78"/>
                <a:cs typeface="Nadeem" pitchFamily="2" charset="-78"/>
              </a:rPr>
              <a:t>Deep learning enables data-driven modeling of environmental systems </a:t>
            </a:r>
          </a:p>
          <a:p>
            <a:pPr marL="0" indent="0" algn="just">
              <a:buNone/>
            </a:pPr>
            <a:endParaRPr lang="en-US" b="0" dirty="0">
              <a:solidFill>
                <a:schemeClr val="tx1"/>
              </a:solidFill>
            </a:endParaRPr>
          </a:p>
        </p:txBody>
      </p:sp>
      <p:sp>
        <p:nvSpPr>
          <p:cNvPr id="6" name="Slide Number Placeholder 5"/>
          <p:cNvSpPr>
            <a:spLocks noGrp="1"/>
          </p:cNvSpPr>
          <p:nvPr>
            <p:ph type="sldNum" sz="quarter" idx="12"/>
          </p:nvPr>
        </p:nvSpPr>
        <p:spPr/>
        <p:txBody>
          <a:bodyPr/>
          <a:lstStyle/>
          <a:p>
            <a:fld id="{7F40025E-8A47-7E48-AA2F-82A25E5E3F97}" type="slidenum">
              <a:rPr lang="fr-FR" altLang="en-US" smtClean="0"/>
              <a:pPr/>
              <a:t>3</a:t>
            </a:fld>
            <a:endParaRPr lang="fr-FR" altLang="en-US"/>
          </a:p>
        </p:txBody>
      </p:sp>
      <p:graphicFrame>
        <p:nvGraphicFramePr>
          <p:cNvPr id="8" name="Diagram 7">
            <a:extLst>
              <a:ext uri="{FF2B5EF4-FFF2-40B4-BE49-F238E27FC236}">
                <a16:creationId xmlns:a16="http://schemas.microsoft.com/office/drawing/2014/main" id="{7DE4DABC-2F88-22EA-2AB4-FB8D44A1448D}"/>
              </a:ext>
            </a:extLst>
          </p:cNvPr>
          <p:cNvGraphicFramePr/>
          <p:nvPr>
            <p:extLst>
              <p:ext uri="{D42A27DB-BD31-4B8C-83A1-F6EECF244321}">
                <p14:modId xmlns:p14="http://schemas.microsoft.com/office/powerpoint/2010/main" val="2344864521"/>
              </p:ext>
            </p:extLst>
          </p:nvPr>
        </p:nvGraphicFramePr>
        <p:xfrm>
          <a:off x="1224188" y="3831561"/>
          <a:ext cx="6695622" cy="10883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098" name="Picture 2" descr="Objective White Icons – Free Download SVG, PNG, GIF">
            <a:extLst>
              <a:ext uri="{FF2B5EF4-FFF2-40B4-BE49-F238E27FC236}">
                <a16:creationId xmlns:a16="http://schemas.microsoft.com/office/drawing/2014/main" id="{B9A73291-781E-5190-97F2-4A5F3C0F729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 y="579387"/>
            <a:ext cx="629010" cy="629010"/>
          </a:xfrm>
          <a:prstGeom prst="rect">
            <a:avLst/>
          </a:prstGeom>
          <a:noFill/>
          <a:extLst>
            <a:ext uri="{909E8E84-426E-40DD-AFC4-6F175D3DCCD1}">
              <a14:hiddenFill xmlns:a14="http://schemas.microsoft.com/office/drawing/2010/main">
                <a:solidFill>
                  <a:srgbClr val="FFFFFF"/>
                </a:solidFill>
              </a14:hiddenFill>
            </a:ext>
          </a:extLst>
        </p:spPr>
      </p:pic>
      <p:sp>
        <p:nvSpPr>
          <p:cNvPr id="9" name="Date Placeholder 3">
            <a:extLst>
              <a:ext uri="{FF2B5EF4-FFF2-40B4-BE49-F238E27FC236}">
                <a16:creationId xmlns:a16="http://schemas.microsoft.com/office/drawing/2014/main" id="{ADC8BD23-FCC4-06B6-AC2B-AE05F9F10A8A}"/>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0" name="Footer Placeholder 4">
            <a:extLst>
              <a:ext uri="{FF2B5EF4-FFF2-40B4-BE49-F238E27FC236}">
                <a16:creationId xmlns:a16="http://schemas.microsoft.com/office/drawing/2014/main" id="{0EB6E66E-EC3D-44A9-44CB-A8033CAFE498}"/>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spTree>
    <p:extLst>
      <p:ext uri="{BB962C8B-B14F-4D97-AF65-F5344CB8AC3E}">
        <p14:creationId xmlns:p14="http://schemas.microsoft.com/office/powerpoint/2010/main" val="299170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28" y="611449"/>
            <a:ext cx="8229599" cy="747713"/>
          </a:xfrm>
        </p:spPr>
        <p:txBody>
          <a:bodyPr/>
          <a:lstStyle/>
          <a:p>
            <a:r>
              <a:rPr lang="en-US" sz="3200" dirty="0">
                <a:solidFill>
                  <a:srgbClr val="0A1C72"/>
                </a:solidFill>
                <a:latin typeface="Nadeem" pitchFamily="2" charset="-78"/>
                <a:cs typeface="Nadeem" pitchFamily="2" charset="-78"/>
              </a:rPr>
              <a:t>Project Functional Requirements</a:t>
            </a:r>
          </a:p>
        </p:txBody>
      </p:sp>
      <p:sp>
        <p:nvSpPr>
          <p:cNvPr id="3" name="Content Placeholder 2"/>
          <p:cNvSpPr>
            <a:spLocks noGrp="1"/>
          </p:cNvSpPr>
          <p:nvPr>
            <p:ph idx="1"/>
          </p:nvPr>
        </p:nvSpPr>
        <p:spPr>
          <a:xfrm>
            <a:off x="750276" y="1359162"/>
            <a:ext cx="8229600" cy="4767626"/>
          </a:xfrm>
        </p:spPr>
        <p:txBody>
          <a:bodyPr/>
          <a:lstStyle/>
          <a:p>
            <a:pPr marL="0" indent="0">
              <a:buNone/>
            </a:pPr>
            <a:r>
              <a:rPr lang="en-US" sz="1600" dirty="0">
                <a:solidFill>
                  <a:schemeClr val="tx1"/>
                </a:solidFill>
                <a:latin typeface="Nadeem" pitchFamily="2" charset="-78"/>
                <a:cs typeface="Nadeem" pitchFamily="2" charset="-78"/>
              </a:rPr>
              <a:t>Data Requirements</a:t>
            </a:r>
          </a:p>
          <a:p>
            <a:pPr lvl="1">
              <a:buFont typeface="Wingdings" pitchFamily="2" charset="2"/>
              <a:buChar char="ü"/>
            </a:pPr>
            <a:r>
              <a:rPr lang="en-US" sz="1600" b="0" dirty="0">
                <a:solidFill>
                  <a:schemeClr val="tx1"/>
                </a:solidFill>
                <a:latin typeface="Nadeem" pitchFamily="2" charset="-78"/>
                <a:cs typeface="Nadeem" pitchFamily="2" charset="-78"/>
              </a:rPr>
              <a:t>Extract satellite data (Sentinel-2, MODIS) </a:t>
            </a:r>
          </a:p>
          <a:p>
            <a:pPr lvl="1">
              <a:buFont typeface="Wingdings" pitchFamily="2" charset="2"/>
              <a:buChar char="ü"/>
            </a:pPr>
            <a:r>
              <a:rPr lang="en-US" sz="1600" b="0" dirty="0">
                <a:solidFill>
                  <a:schemeClr val="tx1"/>
                </a:solidFill>
                <a:latin typeface="Nadeem" pitchFamily="2" charset="-78"/>
                <a:cs typeface="Nadeem" pitchFamily="2" charset="-78"/>
              </a:rPr>
              <a:t>Ensure temporal consistency and alignment </a:t>
            </a:r>
          </a:p>
          <a:p>
            <a:pPr lvl="1">
              <a:buFont typeface="Wingdings" pitchFamily="2" charset="2"/>
              <a:buChar char="ü"/>
            </a:pPr>
            <a:r>
              <a:rPr lang="en-US" sz="1600" b="0" dirty="0">
                <a:solidFill>
                  <a:schemeClr val="tx1"/>
                </a:solidFill>
                <a:latin typeface="Nadeem" pitchFamily="2" charset="-78"/>
                <a:cs typeface="Nadeem" pitchFamily="2" charset="-78"/>
              </a:rPr>
              <a:t>Build structured time-series dataset </a:t>
            </a:r>
          </a:p>
          <a:p>
            <a:pPr marL="0" indent="0">
              <a:buNone/>
            </a:pPr>
            <a:r>
              <a:rPr lang="en-US" sz="1600" dirty="0">
                <a:solidFill>
                  <a:schemeClr val="tx1"/>
                </a:solidFill>
                <a:latin typeface="Nadeem" pitchFamily="2" charset="-78"/>
                <a:cs typeface="Nadeem" pitchFamily="2" charset="-78"/>
              </a:rPr>
              <a:t>Model Requirements</a:t>
            </a:r>
          </a:p>
          <a:p>
            <a:pPr lvl="1">
              <a:buFont typeface="Wingdings" pitchFamily="2" charset="2"/>
              <a:buChar char="ü"/>
            </a:pPr>
            <a:r>
              <a:rPr lang="en-US" sz="1600" b="0" dirty="0">
                <a:solidFill>
                  <a:schemeClr val="tx1"/>
                </a:solidFill>
                <a:latin typeface="Nadeem" pitchFamily="2" charset="-78"/>
                <a:cs typeface="Nadeem" pitchFamily="2" charset="-78"/>
              </a:rPr>
              <a:t>Predict weekly snow cover </a:t>
            </a:r>
          </a:p>
          <a:p>
            <a:pPr lvl="1">
              <a:buFont typeface="Wingdings" pitchFamily="2" charset="2"/>
              <a:buChar char="ü"/>
            </a:pPr>
            <a:r>
              <a:rPr lang="en-US" sz="1600" b="0" dirty="0">
                <a:solidFill>
                  <a:schemeClr val="tx1"/>
                </a:solidFill>
                <a:latin typeface="Nadeem" pitchFamily="2" charset="-78"/>
                <a:cs typeface="Nadeem" pitchFamily="2" charset="-78"/>
              </a:rPr>
              <a:t>Capture temporal dependencies </a:t>
            </a:r>
          </a:p>
          <a:p>
            <a:pPr lvl="1">
              <a:buFont typeface="Wingdings" pitchFamily="2" charset="2"/>
              <a:buChar char="ü"/>
            </a:pPr>
            <a:r>
              <a:rPr lang="en-US" sz="1600" b="0" dirty="0">
                <a:solidFill>
                  <a:schemeClr val="tx1"/>
                </a:solidFill>
                <a:latin typeface="Nadeem" pitchFamily="2" charset="-78"/>
                <a:cs typeface="Nadeem" pitchFamily="2" charset="-78"/>
              </a:rPr>
              <a:t>Support sequence-based input (LSTM) </a:t>
            </a:r>
          </a:p>
          <a:p>
            <a:pPr marL="0" indent="0">
              <a:buNone/>
            </a:pPr>
            <a:r>
              <a:rPr lang="en-US" sz="1600" dirty="0">
                <a:solidFill>
                  <a:schemeClr val="tx1"/>
                </a:solidFill>
                <a:latin typeface="Nadeem" pitchFamily="2" charset="-78"/>
                <a:cs typeface="Nadeem" pitchFamily="2" charset="-78"/>
              </a:rPr>
              <a:t>Feature Requirements</a:t>
            </a:r>
          </a:p>
          <a:p>
            <a:pPr lvl="1">
              <a:buFont typeface="Wingdings" pitchFamily="2" charset="2"/>
              <a:buChar char="ü"/>
            </a:pPr>
            <a:r>
              <a:rPr lang="en-US" sz="1600" b="0" dirty="0">
                <a:solidFill>
                  <a:schemeClr val="tx1"/>
                </a:solidFill>
                <a:latin typeface="Nadeem" pitchFamily="2" charset="-78"/>
                <a:cs typeface="Nadeem" pitchFamily="2" charset="-78"/>
              </a:rPr>
              <a:t>Integrate multi-source variables (snow, temperature, precipitation) </a:t>
            </a:r>
          </a:p>
          <a:p>
            <a:pPr lvl="1">
              <a:buFont typeface="Wingdings" pitchFamily="2" charset="2"/>
              <a:buChar char="ü"/>
            </a:pPr>
            <a:r>
              <a:rPr lang="en-US" sz="1600" b="0" dirty="0">
                <a:solidFill>
                  <a:schemeClr val="tx1"/>
                </a:solidFill>
                <a:latin typeface="Nadeem" pitchFamily="2" charset="-78"/>
                <a:cs typeface="Nadeem" pitchFamily="2" charset="-78"/>
              </a:rPr>
              <a:t>Encode seasonality (cyclical features) </a:t>
            </a:r>
          </a:p>
          <a:p>
            <a:pPr lvl="1">
              <a:buFont typeface="Wingdings" pitchFamily="2" charset="2"/>
              <a:buChar char="ü"/>
            </a:pPr>
            <a:r>
              <a:rPr lang="en-US" sz="1600" b="0" dirty="0">
                <a:solidFill>
                  <a:schemeClr val="tx1"/>
                </a:solidFill>
                <a:latin typeface="Nadeem" pitchFamily="2" charset="-78"/>
                <a:cs typeface="Nadeem" pitchFamily="2" charset="-78"/>
              </a:rPr>
              <a:t>Normalize data for stable training </a:t>
            </a:r>
          </a:p>
          <a:p>
            <a:pPr marL="0" indent="0">
              <a:buNone/>
            </a:pPr>
            <a:r>
              <a:rPr lang="en-US" sz="1600" dirty="0">
                <a:solidFill>
                  <a:schemeClr val="tx1"/>
                </a:solidFill>
                <a:latin typeface="Nadeem" pitchFamily="2" charset="-78"/>
                <a:cs typeface="Nadeem" pitchFamily="2" charset="-78"/>
              </a:rPr>
              <a:t>Evaluation Requirements</a:t>
            </a:r>
          </a:p>
          <a:p>
            <a:pPr lvl="1">
              <a:buFont typeface="Wingdings" pitchFamily="2" charset="2"/>
              <a:buChar char="ü"/>
            </a:pPr>
            <a:r>
              <a:rPr lang="en-US" sz="1600" b="0" dirty="0">
                <a:solidFill>
                  <a:schemeClr val="tx1"/>
                </a:solidFill>
                <a:latin typeface="Nadeem" pitchFamily="2" charset="-78"/>
                <a:cs typeface="Nadeem" pitchFamily="2" charset="-78"/>
              </a:rPr>
              <a:t>Compare with baseline persistence model </a:t>
            </a:r>
          </a:p>
          <a:p>
            <a:pPr lvl="1">
              <a:buFont typeface="Wingdings" pitchFamily="2" charset="2"/>
              <a:buChar char="ü"/>
            </a:pPr>
            <a:r>
              <a:rPr lang="en-US" sz="1600" b="0" dirty="0">
                <a:solidFill>
                  <a:schemeClr val="tx1"/>
                </a:solidFill>
                <a:latin typeface="Nadeem" pitchFamily="2" charset="-78"/>
                <a:cs typeface="Nadeem" pitchFamily="2" charset="-78"/>
              </a:rPr>
              <a:t>Use MAE and RMSE </a:t>
            </a:r>
          </a:p>
          <a:p>
            <a:pPr lvl="1">
              <a:buFont typeface="Wingdings" pitchFamily="2" charset="2"/>
              <a:buChar char="ü"/>
            </a:pPr>
            <a:r>
              <a:rPr lang="en-US" sz="1600" b="0" dirty="0">
                <a:solidFill>
                  <a:schemeClr val="tx1"/>
                </a:solidFill>
                <a:latin typeface="Nadeem" pitchFamily="2" charset="-78"/>
                <a:cs typeface="Nadeem" pitchFamily="2" charset="-78"/>
              </a:rPr>
              <a:t>Analyze different sequence lengths</a:t>
            </a:r>
          </a:p>
          <a:p>
            <a:pPr marL="0" indent="0" algn="just">
              <a:buNone/>
            </a:pPr>
            <a:endParaRPr lang="en-US" sz="1400" dirty="0">
              <a:solidFill>
                <a:schemeClr val="tx1"/>
              </a:solidFill>
            </a:endParaRPr>
          </a:p>
        </p:txBody>
      </p:sp>
      <p:sp>
        <p:nvSpPr>
          <p:cNvPr id="6" name="Slide Number Placeholder 5"/>
          <p:cNvSpPr>
            <a:spLocks noGrp="1"/>
          </p:cNvSpPr>
          <p:nvPr>
            <p:ph type="sldNum" sz="quarter" idx="12"/>
          </p:nvPr>
        </p:nvSpPr>
        <p:spPr/>
        <p:txBody>
          <a:bodyPr/>
          <a:lstStyle/>
          <a:p>
            <a:fld id="{7F40025E-8A47-7E48-AA2F-82A25E5E3F97}" type="slidenum">
              <a:rPr lang="fr-FR" altLang="en-US" smtClean="0"/>
              <a:pPr/>
              <a:t>4</a:t>
            </a:fld>
            <a:endParaRPr lang="fr-FR" altLang="en-US"/>
          </a:p>
        </p:txBody>
      </p:sp>
      <p:pic>
        <p:nvPicPr>
          <p:cNvPr id="3076" name="Picture 4" descr="Requirement Vector Thick Line Icon For Personal And Commercial Use Stock  Illustration - Download Image Now - iStock">
            <a:extLst>
              <a:ext uri="{FF2B5EF4-FFF2-40B4-BE49-F238E27FC236}">
                <a16:creationId xmlns:a16="http://schemas.microsoft.com/office/drawing/2014/main" id="{CFB94106-AB2D-6255-8009-7B160D127C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414" y="460804"/>
            <a:ext cx="747714" cy="747714"/>
          </a:xfrm>
          <a:prstGeom prst="rect">
            <a:avLst/>
          </a:prstGeom>
          <a:noFill/>
          <a:extLst>
            <a:ext uri="{909E8E84-426E-40DD-AFC4-6F175D3DCCD1}">
              <a14:hiddenFill xmlns:a14="http://schemas.microsoft.com/office/drawing/2010/main">
                <a:solidFill>
                  <a:srgbClr val="FFFFFF"/>
                </a:solidFill>
              </a14:hiddenFill>
            </a:ext>
          </a:extLst>
        </p:spPr>
      </p:pic>
      <p:sp>
        <p:nvSpPr>
          <p:cNvPr id="9" name="Date Placeholder 3">
            <a:extLst>
              <a:ext uri="{FF2B5EF4-FFF2-40B4-BE49-F238E27FC236}">
                <a16:creationId xmlns:a16="http://schemas.microsoft.com/office/drawing/2014/main" id="{3638CEC7-8EAB-8711-5C89-8D6E46E22553}"/>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0" name="Footer Placeholder 4">
            <a:extLst>
              <a:ext uri="{FF2B5EF4-FFF2-40B4-BE49-F238E27FC236}">
                <a16:creationId xmlns:a16="http://schemas.microsoft.com/office/drawing/2014/main" id="{ACE2974F-8113-F83A-8257-B5CD90FC6EEE}"/>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spTree>
    <p:extLst>
      <p:ext uri="{BB962C8B-B14F-4D97-AF65-F5344CB8AC3E}">
        <p14:creationId xmlns:p14="http://schemas.microsoft.com/office/powerpoint/2010/main" val="3136382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515177"/>
            <a:ext cx="8229599" cy="747713"/>
          </a:xfrm>
        </p:spPr>
        <p:txBody>
          <a:bodyPr/>
          <a:lstStyle/>
          <a:p>
            <a:r>
              <a:rPr lang="en-US" sz="3200" dirty="0">
                <a:solidFill>
                  <a:srgbClr val="0A1C72"/>
                </a:solidFill>
                <a:latin typeface="Nadeem" pitchFamily="2" charset="-78"/>
                <a:cs typeface="Nadeem" pitchFamily="2" charset="-78"/>
              </a:rPr>
              <a:t>Project Constraints</a:t>
            </a:r>
          </a:p>
        </p:txBody>
      </p:sp>
      <p:sp>
        <p:nvSpPr>
          <p:cNvPr id="3" name="Content Placeholder 2"/>
          <p:cNvSpPr>
            <a:spLocks noGrp="1"/>
          </p:cNvSpPr>
          <p:nvPr>
            <p:ph idx="1"/>
          </p:nvPr>
        </p:nvSpPr>
        <p:spPr>
          <a:xfrm>
            <a:off x="457200" y="1200417"/>
            <a:ext cx="5721532" cy="4767626"/>
          </a:xfrm>
        </p:spPr>
        <p:txBody>
          <a:bodyPr/>
          <a:lstStyle/>
          <a:p>
            <a:pPr marL="0" indent="0">
              <a:buNone/>
            </a:pPr>
            <a:r>
              <a:rPr lang="en-US" sz="1400" dirty="0">
                <a:solidFill>
                  <a:schemeClr val="tx1"/>
                </a:solidFill>
                <a:latin typeface="Nadeem" pitchFamily="2" charset="-78"/>
                <a:cs typeface="Nadeem" pitchFamily="2" charset="-78"/>
              </a:rPr>
              <a:t>1. Data Constraints</a:t>
            </a:r>
          </a:p>
          <a:p>
            <a:pPr>
              <a:buFont typeface="Arial" panose="020B0604020202020204" pitchFamily="34" charset="0"/>
              <a:buChar char="•"/>
            </a:pPr>
            <a:r>
              <a:rPr lang="en-US" sz="1400" b="0" dirty="0">
                <a:solidFill>
                  <a:schemeClr val="tx1"/>
                </a:solidFill>
                <a:latin typeface="Nadeem" pitchFamily="2" charset="-78"/>
                <a:cs typeface="Nadeem" pitchFamily="2" charset="-78"/>
              </a:rPr>
              <a:t>Cloud coverage affecting Sentinel-2 observations </a:t>
            </a:r>
          </a:p>
          <a:p>
            <a:pPr>
              <a:buFont typeface="Arial" panose="020B0604020202020204" pitchFamily="34" charset="0"/>
              <a:buChar char="•"/>
            </a:pPr>
            <a:r>
              <a:rPr lang="en-US" sz="1400" b="0" dirty="0">
                <a:solidFill>
                  <a:schemeClr val="tx1"/>
                </a:solidFill>
                <a:latin typeface="Nadeem" pitchFamily="2" charset="-78"/>
                <a:cs typeface="Nadeem" pitchFamily="2" charset="-78"/>
              </a:rPr>
              <a:t>Limited temporal coverage of high-resolution Sentinel-2 data </a:t>
            </a:r>
          </a:p>
          <a:p>
            <a:pPr>
              <a:buFont typeface="Arial" panose="020B0604020202020204" pitchFamily="34" charset="0"/>
              <a:buChar char="•"/>
            </a:pPr>
            <a:r>
              <a:rPr lang="en-US" sz="1400" b="0" dirty="0">
                <a:solidFill>
                  <a:schemeClr val="tx1"/>
                </a:solidFill>
                <a:latin typeface="Nadeem" pitchFamily="2" charset="-78"/>
                <a:cs typeface="Nadeem" pitchFamily="2" charset="-78"/>
              </a:rPr>
              <a:t>Inconsistencies between Sentinel-2 and MODIS products </a:t>
            </a:r>
          </a:p>
          <a:p>
            <a:pPr marL="0" indent="0">
              <a:buNone/>
            </a:pPr>
            <a:endParaRPr lang="en-US" sz="1400" b="0" dirty="0">
              <a:solidFill>
                <a:schemeClr val="tx1"/>
              </a:solidFill>
              <a:latin typeface="Nadeem" pitchFamily="2" charset="-78"/>
              <a:cs typeface="Nadeem" pitchFamily="2" charset="-78"/>
            </a:endParaRPr>
          </a:p>
          <a:p>
            <a:pPr marL="0" indent="0">
              <a:buNone/>
            </a:pPr>
            <a:r>
              <a:rPr lang="en-US" sz="1400" dirty="0">
                <a:solidFill>
                  <a:schemeClr val="tx1"/>
                </a:solidFill>
                <a:latin typeface="Nadeem" pitchFamily="2" charset="-78"/>
                <a:cs typeface="Nadeem" pitchFamily="2" charset="-78"/>
              </a:rPr>
              <a:t>2. Technical Constraints</a:t>
            </a:r>
          </a:p>
          <a:p>
            <a:pPr>
              <a:buFont typeface="Arial" panose="020B0604020202020204" pitchFamily="34" charset="0"/>
              <a:buChar char="•"/>
            </a:pPr>
            <a:r>
              <a:rPr lang="en-US" sz="1400" b="0" dirty="0">
                <a:solidFill>
                  <a:schemeClr val="tx1"/>
                </a:solidFill>
                <a:latin typeface="Nadeem" pitchFamily="2" charset="-78"/>
                <a:cs typeface="Nadeem" pitchFamily="2" charset="-78"/>
              </a:rPr>
              <a:t>Trade-off:</a:t>
            </a:r>
            <a:br>
              <a:rPr lang="en-US" sz="1400" b="0" dirty="0">
                <a:solidFill>
                  <a:schemeClr val="tx1"/>
                </a:solidFill>
                <a:latin typeface="Nadeem" pitchFamily="2" charset="-78"/>
                <a:cs typeface="Nadeem" pitchFamily="2" charset="-78"/>
              </a:rPr>
            </a:br>
            <a:endParaRPr lang="en-US" sz="1400" b="0" dirty="0">
              <a:solidFill>
                <a:schemeClr val="tx1"/>
              </a:solidFill>
              <a:latin typeface="Nadeem" pitchFamily="2" charset="-78"/>
              <a:cs typeface="Nadeem" pitchFamily="2" charset="-78"/>
            </a:endParaRPr>
          </a:p>
          <a:p>
            <a:pPr>
              <a:buFont typeface="Arial" panose="020B0604020202020204" pitchFamily="34" charset="0"/>
              <a:buChar char="•"/>
            </a:pPr>
            <a:endParaRPr lang="en-US" sz="1400" b="0" dirty="0">
              <a:solidFill>
                <a:schemeClr val="tx1"/>
              </a:solidFill>
              <a:latin typeface="Nadeem" pitchFamily="2" charset="-78"/>
              <a:cs typeface="Nadeem" pitchFamily="2" charset="-78"/>
            </a:endParaRPr>
          </a:p>
          <a:p>
            <a:pPr marL="0" indent="0">
              <a:buNone/>
            </a:pPr>
            <a:endParaRPr lang="en-US" sz="1400" b="0" dirty="0">
              <a:solidFill>
                <a:schemeClr val="tx1"/>
              </a:solidFill>
              <a:latin typeface="Nadeem" pitchFamily="2" charset="-78"/>
              <a:cs typeface="Nadeem" pitchFamily="2" charset="-78"/>
            </a:endParaRPr>
          </a:p>
          <a:p>
            <a:pPr marL="0" indent="0">
              <a:buNone/>
            </a:pPr>
            <a:endParaRPr lang="en-US" sz="1400" b="0" dirty="0">
              <a:solidFill>
                <a:schemeClr val="tx1"/>
              </a:solidFill>
              <a:latin typeface="Nadeem" pitchFamily="2" charset="-78"/>
              <a:cs typeface="Nadeem" pitchFamily="2" charset="-78"/>
            </a:endParaRPr>
          </a:p>
          <a:p>
            <a:pPr>
              <a:buFont typeface="Arial" panose="020B0604020202020204" pitchFamily="34" charset="0"/>
              <a:buChar char="•"/>
            </a:pPr>
            <a:r>
              <a:rPr lang="en-US" sz="1400" b="0" dirty="0">
                <a:solidFill>
                  <a:schemeClr val="tx1"/>
                </a:solidFill>
                <a:latin typeface="Nadeem" pitchFamily="2" charset="-78"/>
                <a:cs typeface="Nadeem" pitchFamily="2" charset="-78"/>
              </a:rPr>
              <a:t>High computational cost for training multiple LSTM configurations </a:t>
            </a:r>
          </a:p>
          <a:p>
            <a:pPr>
              <a:buFont typeface="Arial" panose="020B0604020202020204" pitchFamily="34" charset="0"/>
              <a:buChar char="•"/>
            </a:pPr>
            <a:r>
              <a:rPr lang="en-US" sz="1400" b="0" dirty="0">
                <a:solidFill>
                  <a:schemeClr val="tx1"/>
                </a:solidFill>
                <a:latin typeface="Nadeem" pitchFamily="2" charset="-78"/>
                <a:cs typeface="Nadeem" pitchFamily="2" charset="-78"/>
              </a:rPr>
              <a:t>Processing limitations for large multi-year satellite datasets </a:t>
            </a:r>
          </a:p>
          <a:p>
            <a:pPr marL="0" indent="0">
              <a:buNone/>
            </a:pPr>
            <a:endParaRPr lang="en-US" sz="1400" b="0" dirty="0">
              <a:solidFill>
                <a:schemeClr val="tx1"/>
              </a:solidFill>
              <a:latin typeface="Nadeem" pitchFamily="2" charset="-78"/>
              <a:cs typeface="Nadeem" pitchFamily="2" charset="-78"/>
            </a:endParaRPr>
          </a:p>
          <a:p>
            <a:pPr marL="0" indent="0">
              <a:buNone/>
            </a:pPr>
            <a:r>
              <a:rPr lang="en-LB" sz="1400" dirty="0">
                <a:solidFill>
                  <a:schemeClr val="tx1"/>
                </a:solidFill>
                <a:latin typeface="Nadeem" pitchFamily="2" charset="-78"/>
                <a:cs typeface="Nadeem" pitchFamily="2" charset="-78"/>
              </a:rPr>
              <a:t>3. </a:t>
            </a:r>
            <a:r>
              <a:rPr lang="en-US" sz="1400" dirty="0">
                <a:solidFill>
                  <a:schemeClr val="tx1"/>
                </a:solidFill>
                <a:latin typeface="Nadeem" pitchFamily="2" charset="-78"/>
                <a:cs typeface="Nadeem" pitchFamily="2" charset="-78"/>
              </a:rPr>
              <a:t>Model Constraints</a:t>
            </a:r>
          </a:p>
          <a:p>
            <a:pPr>
              <a:buFont typeface="Arial" panose="020B0604020202020204" pitchFamily="34" charset="0"/>
              <a:buChar char="•"/>
            </a:pPr>
            <a:r>
              <a:rPr lang="en-US" sz="1400" b="0" dirty="0">
                <a:solidFill>
                  <a:schemeClr val="tx1"/>
                </a:solidFill>
                <a:latin typeface="Nadeem" pitchFamily="2" charset="-78"/>
                <a:cs typeface="Nadeem" pitchFamily="2" charset="-78"/>
              </a:rPr>
              <a:t>Sensitivity to sequence length selection </a:t>
            </a:r>
          </a:p>
          <a:p>
            <a:pPr>
              <a:buFont typeface="Arial" panose="020B0604020202020204" pitchFamily="34" charset="0"/>
              <a:buChar char="•"/>
            </a:pPr>
            <a:r>
              <a:rPr lang="en-US" sz="1400" b="0" dirty="0">
                <a:solidFill>
                  <a:schemeClr val="tx1"/>
                </a:solidFill>
                <a:latin typeface="Nadeem" pitchFamily="2" charset="-78"/>
                <a:cs typeface="Nadeem" pitchFamily="2" charset="-78"/>
              </a:rPr>
              <a:t>Risk of overfitting with long sequences </a:t>
            </a:r>
          </a:p>
          <a:p>
            <a:pPr>
              <a:buFont typeface="Arial" panose="020B0604020202020204" pitchFamily="34" charset="0"/>
              <a:buChar char="•"/>
            </a:pPr>
            <a:r>
              <a:rPr lang="en-US" sz="1400" b="0" dirty="0">
                <a:solidFill>
                  <a:schemeClr val="tx1"/>
                </a:solidFill>
                <a:latin typeface="Nadeem" pitchFamily="2" charset="-78"/>
                <a:cs typeface="Nadeem" pitchFamily="2" charset="-78"/>
              </a:rPr>
              <a:t>Difficulty capturing extreme snow </a:t>
            </a:r>
          </a:p>
          <a:p>
            <a:pPr marL="0" indent="0">
              <a:buNone/>
            </a:pPr>
            <a:r>
              <a:rPr lang="en-US" sz="1400" b="0" dirty="0">
                <a:solidFill>
                  <a:schemeClr val="tx1"/>
                </a:solidFill>
                <a:latin typeface="Nadeem" pitchFamily="2" charset="-78"/>
                <a:cs typeface="Nadeem" pitchFamily="2" charset="-78"/>
              </a:rPr>
              <a:t>	peaks accurately </a:t>
            </a:r>
          </a:p>
          <a:p>
            <a:pPr marL="0" indent="0">
              <a:buNone/>
            </a:pPr>
            <a:endParaRPr lang="en-US" sz="1400" b="0" dirty="0">
              <a:solidFill>
                <a:schemeClr val="tx1"/>
              </a:solidFill>
              <a:latin typeface="Nadeem" pitchFamily="2" charset="-78"/>
              <a:cs typeface="Nadeem" pitchFamily="2" charset="-78"/>
            </a:endParaRPr>
          </a:p>
        </p:txBody>
      </p:sp>
      <p:sp>
        <p:nvSpPr>
          <p:cNvPr id="6" name="Slide Number Placeholder 5"/>
          <p:cNvSpPr>
            <a:spLocks noGrp="1"/>
          </p:cNvSpPr>
          <p:nvPr>
            <p:ph type="sldNum" sz="quarter" idx="12"/>
          </p:nvPr>
        </p:nvSpPr>
        <p:spPr>
          <a:xfrm>
            <a:off x="7908723" y="6590810"/>
            <a:ext cx="1071152" cy="365125"/>
          </a:xfrm>
        </p:spPr>
        <p:txBody>
          <a:bodyPr/>
          <a:lstStyle/>
          <a:p>
            <a:fld id="{7F40025E-8A47-7E48-AA2F-82A25E5E3F97}" type="slidenum">
              <a:rPr lang="fr-FR" altLang="en-US" smtClean="0"/>
              <a:pPr/>
              <a:t>5</a:t>
            </a:fld>
            <a:endParaRPr lang="fr-FR" altLang="en-US"/>
          </a:p>
        </p:txBody>
      </p:sp>
      <p:graphicFrame>
        <p:nvGraphicFramePr>
          <p:cNvPr id="13" name="Table 13">
            <a:extLst>
              <a:ext uri="{FF2B5EF4-FFF2-40B4-BE49-F238E27FC236}">
                <a16:creationId xmlns:a16="http://schemas.microsoft.com/office/drawing/2014/main" id="{DEE7FF2A-7080-7614-E51C-E61077AEB326}"/>
              </a:ext>
            </a:extLst>
          </p:cNvPr>
          <p:cNvGraphicFramePr>
            <a:graphicFrameLocks noGrp="1"/>
          </p:cNvGraphicFramePr>
          <p:nvPr>
            <p:extLst>
              <p:ext uri="{D42A27DB-BD31-4B8C-83A1-F6EECF244321}">
                <p14:modId xmlns:p14="http://schemas.microsoft.com/office/powerpoint/2010/main" val="1302193230"/>
              </p:ext>
            </p:extLst>
          </p:nvPr>
        </p:nvGraphicFramePr>
        <p:xfrm>
          <a:off x="888076" y="2833115"/>
          <a:ext cx="6651171" cy="914400"/>
        </p:xfrm>
        <a:graphic>
          <a:graphicData uri="http://schemas.openxmlformats.org/drawingml/2006/table">
            <a:tbl>
              <a:tblPr firstRow="1" bandRow="1">
                <a:tableStyleId>{2D5ABB26-0587-4C30-8999-92F81FD0307C}</a:tableStyleId>
              </a:tblPr>
              <a:tblGrid>
                <a:gridCol w="2217057">
                  <a:extLst>
                    <a:ext uri="{9D8B030D-6E8A-4147-A177-3AD203B41FA5}">
                      <a16:colId xmlns:a16="http://schemas.microsoft.com/office/drawing/2014/main" val="2628808309"/>
                    </a:ext>
                  </a:extLst>
                </a:gridCol>
                <a:gridCol w="2217057">
                  <a:extLst>
                    <a:ext uri="{9D8B030D-6E8A-4147-A177-3AD203B41FA5}">
                      <a16:colId xmlns:a16="http://schemas.microsoft.com/office/drawing/2014/main" val="3787941092"/>
                    </a:ext>
                  </a:extLst>
                </a:gridCol>
                <a:gridCol w="2217057">
                  <a:extLst>
                    <a:ext uri="{9D8B030D-6E8A-4147-A177-3AD203B41FA5}">
                      <a16:colId xmlns:a16="http://schemas.microsoft.com/office/drawing/2014/main" val="2007141631"/>
                    </a:ext>
                  </a:extLst>
                </a:gridCol>
              </a:tblGrid>
              <a:tr h="276768">
                <a:tc>
                  <a:txBody>
                    <a:bodyPr/>
                    <a:lstStyle/>
                    <a:p>
                      <a:endParaRPr lang="en-LB" sz="1400" b="1" dirty="0">
                        <a:latin typeface="Nadeem" pitchFamily="2" charset="-78"/>
                        <a:cs typeface="Nadeem" pitchFamily="2" charset="-78"/>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LB" sz="1400" b="1" dirty="0">
                          <a:latin typeface="Nadeem" pitchFamily="2" charset="-78"/>
                          <a:cs typeface="Nadeem" pitchFamily="2" charset="-78"/>
                        </a:rPr>
                        <a:t>Spatial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LB" sz="1400" b="1" dirty="0">
                          <a:latin typeface="Nadeem" pitchFamily="2" charset="-78"/>
                          <a:cs typeface="Nadeem" pitchFamily="2" charset="-78"/>
                        </a:rPr>
                        <a:t>Temporal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98606439"/>
                  </a:ext>
                </a:extLst>
              </a:tr>
              <a:tr h="276768">
                <a:tc>
                  <a:txBody>
                    <a:bodyPr/>
                    <a:lstStyle/>
                    <a:p>
                      <a:r>
                        <a:rPr lang="en-LB" sz="1400" b="1" dirty="0">
                          <a:latin typeface="Nadeem" pitchFamily="2" charset="-78"/>
                          <a:cs typeface="Nadeem" pitchFamily="2" charset="-78"/>
                        </a:rPr>
                        <a:t>MODIS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LB" sz="1400" dirty="0">
                          <a:latin typeface="Nadeem" pitchFamily="2" charset="-78"/>
                          <a:cs typeface="Nadeem" pitchFamily="2" charset="-78"/>
                        </a:rPr>
                        <a:t>Low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LB" sz="1400" dirty="0">
                          <a:latin typeface="Nadeem" pitchFamily="2" charset="-78"/>
                          <a:cs typeface="Nadeem" pitchFamily="2" charset="-78"/>
                        </a:rPr>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670509"/>
                  </a:ext>
                </a:extLst>
              </a:tr>
              <a:tr h="276768">
                <a:tc>
                  <a:txBody>
                    <a:bodyPr/>
                    <a:lstStyle/>
                    <a:p>
                      <a:r>
                        <a:rPr lang="en-LB" sz="1400" b="1" dirty="0">
                          <a:latin typeface="Nadeem" pitchFamily="2" charset="-78"/>
                          <a:cs typeface="Nadeem" pitchFamily="2" charset="-78"/>
                        </a:rPr>
                        <a:t>Sentinel-2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LB" sz="1400" dirty="0">
                          <a:latin typeface="Nadeem" pitchFamily="2" charset="-78"/>
                          <a:cs typeface="Nadeem" pitchFamily="2" charset="-78"/>
                        </a:rPr>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LB" sz="1400" dirty="0">
                          <a:latin typeface="Nadeem" pitchFamily="2" charset="-78"/>
                          <a:cs typeface="Nadeem" pitchFamily="2" charset="-78"/>
                        </a:rPr>
                        <a:t>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4969491"/>
                  </a:ext>
                </a:extLst>
              </a:tr>
            </a:tbl>
          </a:graphicData>
        </a:graphic>
      </p:graphicFrame>
      <p:pic>
        <p:nvPicPr>
          <p:cNvPr id="17" name="Graphic 16" descr="Arrow Down with solid fill">
            <a:extLst>
              <a:ext uri="{FF2B5EF4-FFF2-40B4-BE49-F238E27FC236}">
                <a16:creationId xmlns:a16="http://schemas.microsoft.com/office/drawing/2014/main" id="{0857DFF0-EEF1-05E4-0752-F318D5343A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85704" y="3181458"/>
            <a:ext cx="217714" cy="217714"/>
          </a:xfrm>
          <a:prstGeom prst="rect">
            <a:avLst/>
          </a:prstGeom>
        </p:spPr>
      </p:pic>
      <p:pic>
        <p:nvPicPr>
          <p:cNvPr id="19" name="Graphic 18" descr="Arrow Up with solid fill">
            <a:extLst>
              <a:ext uri="{FF2B5EF4-FFF2-40B4-BE49-F238E27FC236}">
                <a16:creationId xmlns:a16="http://schemas.microsoft.com/office/drawing/2014/main" id="{6052A235-45F5-69E4-8A86-CC1D161F06B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85704" y="3493515"/>
            <a:ext cx="217714" cy="217714"/>
          </a:xfrm>
          <a:prstGeom prst="rect">
            <a:avLst/>
          </a:prstGeom>
        </p:spPr>
      </p:pic>
      <p:pic>
        <p:nvPicPr>
          <p:cNvPr id="20" name="Graphic 19" descr="Arrow Down with solid fill">
            <a:extLst>
              <a:ext uri="{FF2B5EF4-FFF2-40B4-BE49-F238E27FC236}">
                <a16:creationId xmlns:a16="http://schemas.microsoft.com/office/drawing/2014/main" id="{51D7FFC8-484A-6B36-1953-973223355DF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57612" y="3485940"/>
            <a:ext cx="217714" cy="217714"/>
          </a:xfrm>
          <a:prstGeom prst="rect">
            <a:avLst/>
          </a:prstGeom>
        </p:spPr>
      </p:pic>
      <p:pic>
        <p:nvPicPr>
          <p:cNvPr id="21" name="Graphic 20" descr="Arrow Up with solid fill">
            <a:extLst>
              <a:ext uri="{FF2B5EF4-FFF2-40B4-BE49-F238E27FC236}">
                <a16:creationId xmlns:a16="http://schemas.microsoft.com/office/drawing/2014/main" id="{C622E2B7-AF5C-8D5C-FAFA-6BC10BA5F6F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53772" y="3181458"/>
            <a:ext cx="217714" cy="217714"/>
          </a:xfrm>
          <a:prstGeom prst="rect">
            <a:avLst/>
          </a:prstGeom>
        </p:spPr>
      </p:pic>
      <p:pic>
        <p:nvPicPr>
          <p:cNvPr id="6146" name="Picture 2" descr="Link - Free multimedia icons">
            <a:extLst>
              <a:ext uri="{FF2B5EF4-FFF2-40B4-BE49-F238E27FC236}">
                <a16:creationId xmlns:a16="http://schemas.microsoft.com/office/drawing/2014/main" id="{D568589A-791D-D761-EBF2-58C1700D5EA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3021" y="517500"/>
            <a:ext cx="524796" cy="524796"/>
          </a:xfrm>
          <a:prstGeom prst="rect">
            <a:avLst/>
          </a:prstGeom>
          <a:noFill/>
          <a:extLst>
            <a:ext uri="{909E8E84-426E-40DD-AFC4-6F175D3DCCD1}">
              <a14:hiddenFill xmlns:a14="http://schemas.microsoft.com/office/drawing/2010/main">
                <a:solidFill>
                  <a:srgbClr val="FFFFFF"/>
                </a:solidFill>
              </a14:hiddenFill>
            </a:ext>
          </a:extLst>
        </p:spPr>
      </p:pic>
      <p:sp>
        <p:nvSpPr>
          <p:cNvPr id="23" name="Date Placeholder 3">
            <a:extLst>
              <a:ext uri="{FF2B5EF4-FFF2-40B4-BE49-F238E27FC236}">
                <a16:creationId xmlns:a16="http://schemas.microsoft.com/office/drawing/2014/main" id="{5D0D7F1B-C78A-5CF9-73B2-59A6757C299F}"/>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24" name="Footer Placeholder 4">
            <a:extLst>
              <a:ext uri="{FF2B5EF4-FFF2-40B4-BE49-F238E27FC236}">
                <a16:creationId xmlns:a16="http://schemas.microsoft.com/office/drawing/2014/main" id="{541CDDB8-5D0C-2606-9AA2-7075E1BF0284}"/>
              </a:ext>
            </a:extLst>
          </p:cNvPr>
          <p:cNvSpPr txBox="1">
            <a:spLocks/>
          </p:cNvSpPr>
          <p:nvPr/>
        </p:nvSpPr>
        <p:spPr>
          <a:xfrm>
            <a:off x="1487498"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graphicFrame>
        <p:nvGraphicFramePr>
          <p:cNvPr id="25" name="Table 26">
            <a:extLst>
              <a:ext uri="{FF2B5EF4-FFF2-40B4-BE49-F238E27FC236}">
                <a16:creationId xmlns:a16="http://schemas.microsoft.com/office/drawing/2014/main" id="{A2DA13E1-7743-C89D-38E4-8CDE78A25C97}"/>
              </a:ext>
            </a:extLst>
          </p:cNvPr>
          <p:cNvGraphicFramePr>
            <a:graphicFrameLocks noGrp="1"/>
          </p:cNvGraphicFramePr>
          <p:nvPr>
            <p:extLst>
              <p:ext uri="{D42A27DB-BD31-4B8C-83A1-F6EECF244321}">
                <p14:modId xmlns:p14="http://schemas.microsoft.com/office/powerpoint/2010/main" val="3277473984"/>
              </p:ext>
            </p:extLst>
          </p:nvPr>
        </p:nvGraphicFramePr>
        <p:xfrm>
          <a:off x="4082982" y="4663124"/>
          <a:ext cx="4603818" cy="1463040"/>
        </p:xfrm>
        <a:graphic>
          <a:graphicData uri="http://schemas.openxmlformats.org/drawingml/2006/table">
            <a:tbl>
              <a:tblPr firstRow="1" bandRow="1">
                <a:tableStyleId>{5940675A-B579-460E-94D1-54222C63F5DA}</a:tableStyleId>
              </a:tblPr>
              <a:tblGrid>
                <a:gridCol w="4603818">
                  <a:extLst>
                    <a:ext uri="{9D8B030D-6E8A-4147-A177-3AD203B41FA5}">
                      <a16:colId xmlns:a16="http://schemas.microsoft.com/office/drawing/2014/main" val="176690259"/>
                    </a:ext>
                  </a:extLst>
                </a:gridCol>
              </a:tblGrid>
              <a:tr h="27634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1" dirty="0">
                          <a:solidFill>
                            <a:schemeClr val="tx1"/>
                          </a:solidFill>
                          <a:latin typeface="Nadeem" pitchFamily="2" charset="-78"/>
                          <a:cs typeface="Nadeem" pitchFamily="2" charset="-78"/>
                        </a:rPr>
                        <a:t>Standards Applied</a:t>
                      </a:r>
                    </a:p>
                  </a:txBody>
                  <a:tcPr>
                    <a:solidFill>
                      <a:schemeClr val="accent1">
                        <a:lumMod val="20000"/>
                        <a:lumOff val="80000"/>
                      </a:schemeClr>
                    </a:solidFill>
                  </a:tcPr>
                </a:tc>
                <a:extLst>
                  <a:ext uri="{0D108BD9-81ED-4DB2-BD59-A6C34878D82A}">
                    <a16:rowId xmlns:a16="http://schemas.microsoft.com/office/drawing/2014/main" val="3403654702"/>
                  </a:ext>
                </a:extLst>
              </a:tr>
              <a:tr h="1053631">
                <a:tc>
                  <a:txBody>
                    <a:bodyPr/>
                    <a:lstStyle/>
                    <a:p>
                      <a:pPr marL="285750" indent="-285750">
                        <a:buFont typeface="Arial" panose="020B0604020202020204" pitchFamily="34" charset="0"/>
                        <a:buChar char="•"/>
                      </a:pPr>
                      <a:r>
                        <a:rPr lang="en-US" sz="1400" b="0" dirty="0">
                          <a:solidFill>
                            <a:schemeClr val="tx1"/>
                          </a:solidFill>
                          <a:latin typeface="Nadeem" pitchFamily="2" charset="-78"/>
                          <a:cs typeface="Nadeem" pitchFamily="2" charset="-78"/>
                        </a:rPr>
                        <a:t>ESA Copernicus Sentinel-2 data format compliance </a:t>
                      </a:r>
                    </a:p>
                    <a:p>
                      <a:pPr marL="285750" indent="-285750">
                        <a:buFont typeface="Arial" panose="020B0604020202020204" pitchFamily="34" charset="0"/>
                        <a:buChar char="•"/>
                      </a:pPr>
                      <a:r>
                        <a:rPr lang="en-US" sz="1400" b="0" dirty="0">
                          <a:solidFill>
                            <a:schemeClr val="tx1"/>
                          </a:solidFill>
                          <a:latin typeface="Nadeem" pitchFamily="2" charset="-78"/>
                          <a:cs typeface="Nadeem" pitchFamily="2" charset="-78"/>
                        </a:rPr>
                        <a:t>NASA MODIS data usage standards </a:t>
                      </a:r>
                    </a:p>
                    <a:p>
                      <a:pPr marL="285750" indent="-285750">
                        <a:buFont typeface="Arial" panose="020B0604020202020204" pitchFamily="34" charset="0"/>
                        <a:buChar char="•"/>
                      </a:pPr>
                      <a:r>
                        <a:rPr lang="en-US" sz="1400" b="0" dirty="0">
                          <a:solidFill>
                            <a:schemeClr val="tx1"/>
                          </a:solidFill>
                          <a:latin typeface="Nadeem" pitchFamily="2" charset="-78"/>
                          <a:cs typeface="Nadeem" pitchFamily="2" charset="-78"/>
                        </a:rPr>
                        <a:t>NDSI-based snow detection (remote sensing standard) </a:t>
                      </a:r>
                    </a:p>
                    <a:p>
                      <a:pPr marL="285750" indent="-285750">
                        <a:buFont typeface="Arial" panose="020B0604020202020204" pitchFamily="34" charset="0"/>
                        <a:buChar char="•"/>
                      </a:pPr>
                      <a:r>
                        <a:rPr lang="en-US" sz="1400" b="0" dirty="0">
                          <a:solidFill>
                            <a:schemeClr val="tx1"/>
                          </a:solidFill>
                          <a:latin typeface="Nadeem" pitchFamily="2" charset="-78"/>
                          <a:cs typeface="Nadeem" pitchFamily="2" charset="-78"/>
                        </a:rPr>
                        <a:t>Standard ML pipeline: normalization + train/test split</a:t>
                      </a:r>
                      <a:endParaRPr lang="en-LB" sz="1400" dirty="0">
                        <a:latin typeface="Nadeem" pitchFamily="2" charset="-78"/>
                        <a:cs typeface="Nadeem" pitchFamily="2" charset="-78"/>
                      </a:endParaRPr>
                    </a:p>
                  </a:txBody>
                  <a:tcPr/>
                </a:tc>
                <a:extLst>
                  <a:ext uri="{0D108BD9-81ED-4DB2-BD59-A6C34878D82A}">
                    <a16:rowId xmlns:a16="http://schemas.microsoft.com/office/drawing/2014/main" val="2132533735"/>
                  </a:ext>
                </a:extLst>
              </a:tr>
            </a:tbl>
          </a:graphicData>
        </a:graphic>
      </p:graphicFrame>
    </p:spTree>
    <p:extLst>
      <p:ext uri="{BB962C8B-B14F-4D97-AF65-F5344CB8AC3E}">
        <p14:creationId xmlns:p14="http://schemas.microsoft.com/office/powerpoint/2010/main" val="1191294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9880" y="718060"/>
            <a:ext cx="8229599" cy="747713"/>
          </a:xfrm>
        </p:spPr>
        <p:txBody>
          <a:bodyPr/>
          <a:lstStyle/>
          <a:p>
            <a:r>
              <a:rPr lang="en-US" sz="2800" dirty="0">
                <a:solidFill>
                  <a:srgbClr val="0A1C72"/>
                </a:solidFill>
                <a:latin typeface="Nadeem" pitchFamily="2" charset="-78"/>
                <a:cs typeface="Nadeem" pitchFamily="2" charset="-78"/>
              </a:rPr>
              <a:t>Related Works</a:t>
            </a:r>
          </a:p>
        </p:txBody>
      </p:sp>
      <p:sp>
        <p:nvSpPr>
          <p:cNvPr id="6" name="Slide Number Placeholder 5"/>
          <p:cNvSpPr>
            <a:spLocks noGrp="1"/>
          </p:cNvSpPr>
          <p:nvPr>
            <p:ph type="sldNum" sz="quarter" idx="12"/>
          </p:nvPr>
        </p:nvSpPr>
        <p:spPr/>
        <p:txBody>
          <a:bodyPr/>
          <a:lstStyle/>
          <a:p>
            <a:fld id="{7F40025E-8A47-7E48-AA2F-82A25E5E3F97}" type="slidenum">
              <a:rPr lang="fr-FR" altLang="en-US" smtClean="0"/>
              <a:pPr/>
              <a:t>6</a:t>
            </a:fld>
            <a:endParaRPr lang="fr-FR" altLang="en-US"/>
          </a:p>
        </p:txBody>
      </p:sp>
      <p:graphicFrame>
        <p:nvGraphicFramePr>
          <p:cNvPr id="8" name="Table 7">
            <a:extLst>
              <a:ext uri="{FF2B5EF4-FFF2-40B4-BE49-F238E27FC236}">
                <a16:creationId xmlns:a16="http://schemas.microsoft.com/office/drawing/2014/main" id="{13F39E0A-1B7F-2C6D-F7E9-B52C847EBBA0}"/>
              </a:ext>
            </a:extLst>
          </p:cNvPr>
          <p:cNvGraphicFramePr>
            <a:graphicFrameLocks noGrp="1"/>
          </p:cNvGraphicFramePr>
          <p:nvPr>
            <p:extLst>
              <p:ext uri="{D42A27DB-BD31-4B8C-83A1-F6EECF244321}">
                <p14:modId xmlns:p14="http://schemas.microsoft.com/office/powerpoint/2010/main" val="547585554"/>
              </p:ext>
            </p:extLst>
          </p:nvPr>
        </p:nvGraphicFramePr>
        <p:xfrm>
          <a:off x="628650" y="1465773"/>
          <a:ext cx="7886700" cy="3644439"/>
        </p:xfrm>
        <a:graphic>
          <a:graphicData uri="http://schemas.openxmlformats.org/drawingml/2006/table">
            <a:tbl>
              <a:tblPr>
                <a:tableStyleId>{5940675A-B579-460E-94D1-54222C63F5DA}</a:tableStyleId>
              </a:tblPr>
              <a:tblGrid>
                <a:gridCol w="1711779">
                  <a:extLst>
                    <a:ext uri="{9D8B030D-6E8A-4147-A177-3AD203B41FA5}">
                      <a16:colId xmlns:a16="http://schemas.microsoft.com/office/drawing/2014/main" val="286972697"/>
                    </a:ext>
                  </a:extLst>
                </a:gridCol>
                <a:gridCol w="1937657">
                  <a:extLst>
                    <a:ext uri="{9D8B030D-6E8A-4147-A177-3AD203B41FA5}">
                      <a16:colId xmlns:a16="http://schemas.microsoft.com/office/drawing/2014/main" val="580426913"/>
                    </a:ext>
                  </a:extLst>
                </a:gridCol>
                <a:gridCol w="1894114">
                  <a:extLst>
                    <a:ext uri="{9D8B030D-6E8A-4147-A177-3AD203B41FA5}">
                      <a16:colId xmlns:a16="http://schemas.microsoft.com/office/drawing/2014/main" val="387846662"/>
                    </a:ext>
                  </a:extLst>
                </a:gridCol>
                <a:gridCol w="2343150">
                  <a:extLst>
                    <a:ext uri="{9D8B030D-6E8A-4147-A177-3AD203B41FA5}">
                      <a16:colId xmlns:a16="http://schemas.microsoft.com/office/drawing/2014/main" val="849872630"/>
                    </a:ext>
                  </a:extLst>
                </a:gridCol>
              </a:tblGrid>
              <a:tr h="783270">
                <a:tc>
                  <a:txBody>
                    <a:bodyPr/>
                    <a:lstStyle/>
                    <a:p>
                      <a:r>
                        <a:rPr lang="en-US" sz="1400" b="1" dirty="0">
                          <a:latin typeface="Nadeem" pitchFamily="2" charset="-78"/>
                          <a:cs typeface="Nadeem" pitchFamily="2" charset="-78"/>
                        </a:rPr>
                        <a:t>Approach</a:t>
                      </a:r>
                    </a:p>
                  </a:txBody>
                  <a:tcPr anchor="ctr">
                    <a:solidFill>
                      <a:schemeClr val="accent1">
                        <a:lumMod val="20000"/>
                        <a:lumOff val="80000"/>
                      </a:schemeClr>
                    </a:solidFill>
                  </a:tcPr>
                </a:tc>
                <a:tc>
                  <a:txBody>
                    <a:bodyPr/>
                    <a:lstStyle/>
                    <a:p>
                      <a:r>
                        <a:rPr lang="en-US" sz="1400" b="1" dirty="0">
                          <a:latin typeface="Nadeem" pitchFamily="2" charset="-78"/>
                          <a:cs typeface="Nadeem" pitchFamily="2" charset="-78"/>
                        </a:rPr>
                        <a:t>Strengths</a:t>
                      </a:r>
                    </a:p>
                  </a:txBody>
                  <a:tcPr anchor="ctr">
                    <a:solidFill>
                      <a:schemeClr val="accent1">
                        <a:lumMod val="20000"/>
                        <a:lumOff val="80000"/>
                      </a:schemeClr>
                    </a:solidFill>
                  </a:tcPr>
                </a:tc>
                <a:tc>
                  <a:txBody>
                    <a:bodyPr/>
                    <a:lstStyle/>
                    <a:p>
                      <a:r>
                        <a:rPr lang="en-US" sz="1400" b="1" dirty="0">
                          <a:latin typeface="Nadeem" pitchFamily="2" charset="-78"/>
                          <a:cs typeface="Nadeem" pitchFamily="2" charset="-78"/>
                        </a:rPr>
                        <a:t>Limitations</a:t>
                      </a:r>
                    </a:p>
                  </a:txBody>
                  <a:tcPr anchor="ctr">
                    <a:solidFill>
                      <a:schemeClr val="accent1">
                        <a:lumMod val="20000"/>
                        <a:lumOff val="80000"/>
                      </a:schemeClr>
                    </a:solidFill>
                  </a:tcPr>
                </a:tc>
                <a:tc>
                  <a:txBody>
                    <a:bodyPr/>
                    <a:lstStyle/>
                    <a:p>
                      <a:r>
                        <a:rPr lang="en-US" sz="1400" b="1" dirty="0">
                          <a:latin typeface="Nadeem" pitchFamily="2" charset="-78"/>
                          <a:cs typeface="Nadeem" pitchFamily="2" charset="-78"/>
                        </a:rPr>
                        <a:t>Suitability for Snow Forecasting</a:t>
                      </a:r>
                    </a:p>
                  </a:txBody>
                  <a:tcPr anchor="ctr">
                    <a:solidFill>
                      <a:schemeClr val="accent1">
                        <a:lumMod val="20000"/>
                        <a:lumOff val="80000"/>
                      </a:schemeClr>
                    </a:solidFill>
                  </a:tcPr>
                </a:tc>
                <a:extLst>
                  <a:ext uri="{0D108BD9-81ED-4DB2-BD59-A6C34878D82A}">
                    <a16:rowId xmlns:a16="http://schemas.microsoft.com/office/drawing/2014/main" val="186625220"/>
                  </a:ext>
                </a:extLst>
              </a:tr>
              <a:tr h="953723">
                <a:tc>
                  <a:txBody>
                    <a:bodyPr/>
                    <a:lstStyle/>
                    <a:p>
                      <a:r>
                        <a:rPr lang="en-US" sz="1400" b="1" dirty="0">
                          <a:latin typeface="Nadeem" pitchFamily="2" charset="-78"/>
                          <a:cs typeface="Nadeem" pitchFamily="2" charset="-78"/>
                        </a:rPr>
                        <a:t>ARIMA</a:t>
                      </a:r>
                    </a:p>
                  </a:txBody>
                  <a:tcPr anchor="ctr">
                    <a:solidFill>
                      <a:schemeClr val="accent1">
                        <a:lumMod val="20000"/>
                        <a:lumOff val="80000"/>
                      </a:schemeClr>
                    </a:solidFill>
                  </a:tcPr>
                </a:tc>
                <a:tc>
                  <a:txBody>
                    <a:bodyPr/>
                    <a:lstStyle/>
                    <a:p>
                      <a:r>
                        <a:rPr lang="en-US" sz="1400" dirty="0">
                          <a:latin typeface="Nadeem" pitchFamily="2" charset="-78"/>
                          <a:cs typeface="Nadeem" pitchFamily="2" charset="-78"/>
                        </a:rPr>
                        <a:t>Simple, interpretable</a:t>
                      </a:r>
                    </a:p>
                  </a:txBody>
                  <a:tcPr anchor="ctr"/>
                </a:tc>
                <a:tc>
                  <a:txBody>
                    <a:bodyPr/>
                    <a:lstStyle/>
                    <a:p>
                      <a:r>
                        <a:rPr lang="en-US" sz="1400">
                          <a:latin typeface="Nadeem" pitchFamily="2" charset="-78"/>
                          <a:cs typeface="Nadeem" pitchFamily="2" charset="-78"/>
                        </a:rPr>
                        <a:t>Linear assumptions</a:t>
                      </a:r>
                    </a:p>
                  </a:txBody>
                  <a:tcPr anchor="ctr"/>
                </a:tc>
                <a:tc>
                  <a:txBody>
                    <a:bodyPr/>
                    <a:lstStyle/>
                    <a:p>
                      <a:r>
                        <a:rPr lang="en-US" sz="1400" dirty="0">
                          <a:latin typeface="Nadeem" pitchFamily="2" charset="-78"/>
                          <a:cs typeface="Nadeem" pitchFamily="2" charset="-78"/>
                        </a:rPr>
                        <a:t>       Poor for nonlinear snow dynamics</a:t>
                      </a:r>
                    </a:p>
                  </a:txBody>
                  <a:tcPr anchor="ctr">
                    <a:solidFill>
                      <a:schemeClr val="accent2">
                        <a:lumMod val="20000"/>
                        <a:lumOff val="80000"/>
                      </a:schemeClr>
                    </a:solidFill>
                  </a:tcPr>
                </a:tc>
                <a:extLst>
                  <a:ext uri="{0D108BD9-81ED-4DB2-BD59-A6C34878D82A}">
                    <a16:rowId xmlns:a16="http://schemas.microsoft.com/office/drawing/2014/main" val="2362613689"/>
                  </a:ext>
                </a:extLst>
              </a:tr>
              <a:tr h="953723">
                <a:tc>
                  <a:txBody>
                    <a:bodyPr/>
                    <a:lstStyle/>
                    <a:p>
                      <a:r>
                        <a:rPr lang="en-US" sz="1400" b="1" dirty="0">
                          <a:latin typeface="Nadeem" pitchFamily="2" charset="-78"/>
                          <a:cs typeface="Nadeem" pitchFamily="2" charset="-78"/>
                        </a:rPr>
                        <a:t>Random Forest</a:t>
                      </a:r>
                    </a:p>
                  </a:txBody>
                  <a:tcPr anchor="ctr">
                    <a:solidFill>
                      <a:schemeClr val="accent1">
                        <a:lumMod val="20000"/>
                        <a:lumOff val="80000"/>
                      </a:schemeClr>
                    </a:solidFill>
                  </a:tcPr>
                </a:tc>
                <a:tc>
                  <a:txBody>
                    <a:bodyPr/>
                    <a:lstStyle/>
                    <a:p>
                      <a:r>
                        <a:rPr lang="en-US" sz="1400" dirty="0">
                          <a:latin typeface="Nadeem" pitchFamily="2" charset="-78"/>
                          <a:cs typeface="Nadeem" pitchFamily="2" charset="-78"/>
                        </a:rPr>
                        <a:t>Handles nonlinear data</a:t>
                      </a:r>
                    </a:p>
                  </a:txBody>
                  <a:tcPr anchor="ctr"/>
                </a:tc>
                <a:tc>
                  <a:txBody>
                    <a:bodyPr/>
                    <a:lstStyle/>
                    <a:p>
                      <a:r>
                        <a:rPr lang="en-US" sz="1400">
                          <a:latin typeface="Nadeem" pitchFamily="2" charset="-78"/>
                          <a:cs typeface="Nadeem" pitchFamily="2" charset="-78"/>
                        </a:rPr>
                        <a:t>No temporal memory</a:t>
                      </a:r>
                    </a:p>
                  </a:txBody>
                  <a:tcPr anchor="ctr"/>
                </a:tc>
                <a:tc>
                  <a:txBody>
                    <a:bodyPr/>
                    <a:lstStyle/>
                    <a:p>
                      <a:r>
                        <a:rPr lang="en-US" sz="2400" dirty="0">
                          <a:latin typeface="Nadeem" pitchFamily="2" charset="-78"/>
                          <a:cs typeface="Nadeem" pitchFamily="2" charset="-78"/>
                        </a:rPr>
                        <a:t> ! </a:t>
                      </a:r>
                      <a:r>
                        <a:rPr lang="en-US" sz="1400" dirty="0">
                          <a:latin typeface="Nadeem" pitchFamily="2" charset="-78"/>
                          <a:cs typeface="Nadeem" pitchFamily="2" charset="-78"/>
                        </a:rPr>
                        <a:t>Limited for time series</a:t>
                      </a:r>
                    </a:p>
                  </a:txBody>
                  <a:tcPr anchor="ctr">
                    <a:solidFill>
                      <a:schemeClr val="accent6">
                        <a:lumMod val="20000"/>
                        <a:lumOff val="80000"/>
                      </a:schemeClr>
                    </a:solidFill>
                  </a:tcPr>
                </a:tc>
                <a:extLst>
                  <a:ext uri="{0D108BD9-81ED-4DB2-BD59-A6C34878D82A}">
                    <a16:rowId xmlns:a16="http://schemas.microsoft.com/office/drawing/2014/main" val="1919745213"/>
                  </a:ext>
                </a:extLst>
              </a:tr>
              <a:tr h="953723">
                <a:tc>
                  <a:txBody>
                    <a:bodyPr/>
                    <a:lstStyle/>
                    <a:p>
                      <a:r>
                        <a:rPr lang="en-US" sz="1400" b="1" dirty="0">
                          <a:latin typeface="Nadeem" pitchFamily="2" charset="-78"/>
                          <a:cs typeface="Nadeem" pitchFamily="2" charset="-78"/>
                        </a:rPr>
                        <a:t>LSTM (our choice)</a:t>
                      </a:r>
                    </a:p>
                  </a:txBody>
                  <a:tcPr anchor="ctr">
                    <a:solidFill>
                      <a:schemeClr val="accent1">
                        <a:lumMod val="20000"/>
                        <a:lumOff val="80000"/>
                      </a:schemeClr>
                    </a:solidFill>
                  </a:tcPr>
                </a:tc>
                <a:tc>
                  <a:txBody>
                    <a:bodyPr/>
                    <a:lstStyle/>
                    <a:p>
                      <a:r>
                        <a:rPr lang="en-US" sz="1400" dirty="0">
                          <a:latin typeface="Nadeem" pitchFamily="2" charset="-78"/>
                          <a:cs typeface="Nadeem" pitchFamily="2" charset="-78"/>
                        </a:rPr>
                        <a:t>Captures temporal dependencies</a:t>
                      </a:r>
                    </a:p>
                  </a:txBody>
                  <a:tcPr anchor="ctr"/>
                </a:tc>
                <a:tc>
                  <a:txBody>
                    <a:bodyPr/>
                    <a:lstStyle/>
                    <a:p>
                      <a:r>
                        <a:rPr lang="en-US" sz="1400" dirty="0">
                          <a:latin typeface="Nadeem" pitchFamily="2" charset="-78"/>
                          <a:cs typeface="Nadeem" pitchFamily="2" charset="-78"/>
                        </a:rPr>
                        <a:t>Needs tuning</a:t>
                      </a:r>
                    </a:p>
                  </a:txBody>
                  <a:tcPr anchor="ctr"/>
                </a:tc>
                <a:tc>
                  <a:txBody>
                    <a:bodyPr/>
                    <a:lstStyle/>
                    <a:p>
                      <a:pPr marL="285750" indent="-285750">
                        <a:buFont typeface="Wingdings" pitchFamily="2" charset="2"/>
                        <a:buChar char="ü"/>
                      </a:pPr>
                      <a:r>
                        <a:rPr lang="en-US" sz="1400" b="1" dirty="0">
                          <a:latin typeface="Nadeem" pitchFamily="2" charset="-78"/>
                          <a:cs typeface="Nadeem" pitchFamily="2" charset="-78"/>
                        </a:rPr>
                        <a:t>Best suited</a:t>
                      </a:r>
                    </a:p>
                  </a:txBody>
                  <a:tcPr anchor="ctr">
                    <a:solidFill>
                      <a:schemeClr val="accent3">
                        <a:lumMod val="20000"/>
                        <a:lumOff val="80000"/>
                      </a:schemeClr>
                    </a:solidFill>
                  </a:tcPr>
                </a:tc>
                <a:extLst>
                  <a:ext uri="{0D108BD9-81ED-4DB2-BD59-A6C34878D82A}">
                    <a16:rowId xmlns:a16="http://schemas.microsoft.com/office/drawing/2014/main" val="463391575"/>
                  </a:ext>
                </a:extLst>
              </a:tr>
            </a:tbl>
          </a:graphicData>
        </a:graphic>
      </p:graphicFrame>
      <p:sp>
        <p:nvSpPr>
          <p:cNvPr id="12" name="TextBox 11">
            <a:extLst>
              <a:ext uri="{FF2B5EF4-FFF2-40B4-BE49-F238E27FC236}">
                <a16:creationId xmlns:a16="http://schemas.microsoft.com/office/drawing/2014/main" id="{240854AD-8E6A-CC58-C647-FF5287E13EF3}"/>
              </a:ext>
            </a:extLst>
          </p:cNvPr>
          <p:cNvSpPr txBox="1"/>
          <p:nvPr/>
        </p:nvSpPr>
        <p:spPr>
          <a:xfrm>
            <a:off x="628649" y="5320273"/>
            <a:ext cx="7522029" cy="969496"/>
          </a:xfrm>
          <a:prstGeom prst="rect">
            <a:avLst/>
          </a:prstGeom>
          <a:noFill/>
        </p:spPr>
        <p:txBody>
          <a:bodyPr wrap="square">
            <a:spAutoFit/>
          </a:bodyPr>
          <a:lstStyle/>
          <a:p>
            <a:r>
              <a:rPr lang="en-US" sz="1600" b="1" dirty="0">
                <a:latin typeface="Nadeem" pitchFamily="2" charset="-78"/>
                <a:cs typeface="Nadeem" pitchFamily="2" charset="-78"/>
              </a:rPr>
              <a:t>Key Insight</a:t>
            </a:r>
          </a:p>
          <a:p>
            <a:endParaRPr lang="en-US" sz="900" b="1" dirty="0">
              <a:latin typeface="Nadeem" pitchFamily="2" charset="-78"/>
              <a:cs typeface="Nadeem" pitchFamily="2" charset="-78"/>
            </a:endParaRPr>
          </a:p>
          <a:p>
            <a:pPr marL="285750" indent="-285750">
              <a:buFont typeface="Arial" panose="020B0604020202020204" pitchFamily="34" charset="0"/>
              <a:buChar char="•"/>
            </a:pPr>
            <a:r>
              <a:rPr lang="en-US" sz="1600" dirty="0">
                <a:latin typeface="Nadeem" pitchFamily="2" charset="-78"/>
                <a:cs typeface="Nadeem" pitchFamily="2" charset="-78"/>
              </a:rPr>
              <a:t>Snow forecasting requires modeling nonlinear temporal behavior </a:t>
            </a:r>
          </a:p>
          <a:p>
            <a:pPr marL="285750" indent="-285750">
              <a:buFont typeface="Arial" panose="020B0604020202020204" pitchFamily="34" charset="0"/>
              <a:buChar char="•"/>
            </a:pPr>
            <a:r>
              <a:rPr lang="en-US" sz="1600" dirty="0">
                <a:latin typeface="Nadeem" pitchFamily="2" charset="-78"/>
                <a:cs typeface="Nadeem" pitchFamily="2" charset="-78"/>
              </a:rPr>
              <a:t>LSTM is more suitable for </a:t>
            </a:r>
            <a:r>
              <a:rPr lang="en-US" sz="1600" dirty="0" err="1">
                <a:latin typeface="Nadeem" pitchFamily="2" charset="-78"/>
                <a:cs typeface="Nadeem" pitchFamily="2" charset="-78"/>
              </a:rPr>
              <a:t>spatio</a:t>
            </a:r>
            <a:r>
              <a:rPr lang="en-US" sz="1600" dirty="0">
                <a:latin typeface="Nadeem" pitchFamily="2" charset="-78"/>
                <a:cs typeface="Nadeem" pitchFamily="2" charset="-78"/>
              </a:rPr>
              <a:t>-temporal satellite data</a:t>
            </a:r>
          </a:p>
        </p:txBody>
      </p:sp>
      <p:pic>
        <p:nvPicPr>
          <p:cNvPr id="1026" name="Picture 2" descr="Article PNG, Vector, PSD, and Clipart With Transparent Background for Free  Download | Pngtree">
            <a:extLst>
              <a:ext uri="{FF2B5EF4-FFF2-40B4-BE49-F238E27FC236}">
                <a16:creationId xmlns:a16="http://schemas.microsoft.com/office/drawing/2014/main" id="{1DB23F77-84F1-FCB7-8C70-8A92572A29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649" y="599167"/>
            <a:ext cx="525237" cy="656546"/>
          </a:xfrm>
          <a:prstGeom prst="rect">
            <a:avLst/>
          </a:prstGeom>
          <a:noFill/>
          <a:extLst>
            <a:ext uri="{909E8E84-426E-40DD-AFC4-6F175D3DCCD1}">
              <a14:hiddenFill xmlns:a14="http://schemas.microsoft.com/office/drawing/2010/main">
                <a:solidFill>
                  <a:srgbClr val="FFFFFF"/>
                </a:solidFill>
              </a14:hiddenFill>
            </a:ext>
          </a:extLst>
        </p:spPr>
      </p:pic>
      <p:sp>
        <p:nvSpPr>
          <p:cNvPr id="16" name="Date Placeholder 3">
            <a:extLst>
              <a:ext uri="{FF2B5EF4-FFF2-40B4-BE49-F238E27FC236}">
                <a16:creationId xmlns:a16="http://schemas.microsoft.com/office/drawing/2014/main" id="{0324611E-ABDB-9F18-E8A8-398417447070}"/>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7" name="Footer Placeholder 4">
            <a:extLst>
              <a:ext uri="{FF2B5EF4-FFF2-40B4-BE49-F238E27FC236}">
                <a16:creationId xmlns:a16="http://schemas.microsoft.com/office/drawing/2014/main" id="{5EB65358-4836-10E2-0401-136C29517D5D}"/>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pic>
        <p:nvPicPr>
          <p:cNvPr id="18" name="Graphic 17" descr="Arrow Down with solid fill">
            <a:extLst>
              <a:ext uri="{FF2B5EF4-FFF2-40B4-BE49-F238E27FC236}">
                <a16:creationId xmlns:a16="http://schemas.microsoft.com/office/drawing/2014/main" id="{ABF5AB49-4E31-5D4D-6BC8-C779E956392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65618" y="2550087"/>
            <a:ext cx="217714" cy="217714"/>
          </a:xfrm>
          <a:prstGeom prst="rect">
            <a:avLst/>
          </a:prstGeom>
        </p:spPr>
      </p:pic>
    </p:spTree>
    <p:extLst>
      <p:ext uri="{BB962C8B-B14F-4D97-AF65-F5344CB8AC3E}">
        <p14:creationId xmlns:p14="http://schemas.microsoft.com/office/powerpoint/2010/main" val="3232644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7499" y="522751"/>
            <a:ext cx="8244328" cy="825052"/>
          </a:xfrm>
        </p:spPr>
        <p:txBody>
          <a:bodyPr/>
          <a:lstStyle/>
          <a:p>
            <a:r>
              <a:rPr lang="en-US" sz="2800" dirty="0">
                <a:solidFill>
                  <a:srgbClr val="0A1C72"/>
                </a:solidFill>
                <a:latin typeface="Nadeem" pitchFamily="2" charset="-78"/>
                <a:cs typeface="Nadeem" pitchFamily="2" charset="-78"/>
              </a:rPr>
              <a:t>Solution Design </a:t>
            </a:r>
            <a:br>
              <a:rPr lang="en-US" dirty="0"/>
            </a:br>
            <a:r>
              <a:rPr lang="en-US" dirty="0">
                <a:solidFill>
                  <a:srgbClr val="0A1C72"/>
                </a:solidFill>
                <a:latin typeface="Nadeem" pitchFamily="2" charset="-78"/>
                <a:cs typeface="Nadeem" pitchFamily="2" charset="-78"/>
              </a:rPr>
              <a:t>Overview</a:t>
            </a:r>
            <a:endParaRPr lang="en-US" sz="2800" dirty="0">
              <a:solidFill>
                <a:srgbClr val="0A1C72"/>
              </a:solidFill>
              <a:latin typeface="Nadeem" pitchFamily="2" charset="-78"/>
              <a:cs typeface="Nadeem" pitchFamily="2" charset="-78"/>
            </a:endParaRPr>
          </a:p>
        </p:txBody>
      </p:sp>
      <p:sp>
        <p:nvSpPr>
          <p:cNvPr id="3" name="Content Placeholder 2"/>
          <p:cNvSpPr>
            <a:spLocks noGrp="1"/>
          </p:cNvSpPr>
          <p:nvPr>
            <p:ph idx="1"/>
          </p:nvPr>
        </p:nvSpPr>
        <p:spPr>
          <a:xfrm>
            <a:off x="262378" y="2350261"/>
            <a:ext cx="8881622" cy="4767626"/>
          </a:xfrm>
        </p:spPr>
        <p:txBody>
          <a:bodyPr/>
          <a:lstStyle/>
          <a:p>
            <a:pPr marL="0" indent="0">
              <a:buNone/>
            </a:pPr>
            <a:r>
              <a:rPr lang="en-US" sz="1400" dirty="0">
                <a:solidFill>
                  <a:schemeClr val="tx1"/>
                </a:solidFill>
                <a:latin typeface="Nadeem" pitchFamily="2" charset="-78"/>
                <a:cs typeface="Nadeem" pitchFamily="2" charset="-78"/>
              </a:rPr>
              <a:t>System Architecture</a:t>
            </a:r>
          </a:p>
          <a:p>
            <a:pPr>
              <a:buFont typeface="Arial" panose="020B0604020202020204" pitchFamily="34" charset="0"/>
              <a:buChar char="•"/>
            </a:pPr>
            <a:r>
              <a:rPr lang="en-US" sz="1400" b="0" dirty="0">
                <a:solidFill>
                  <a:schemeClr val="tx1"/>
                </a:solidFill>
                <a:latin typeface="Nadeem" pitchFamily="2" charset="-78"/>
                <a:cs typeface="Nadeem" pitchFamily="2" charset="-78"/>
              </a:rPr>
              <a:t>End-to-end </a:t>
            </a:r>
            <a:r>
              <a:rPr lang="en-US" sz="1400" b="0" dirty="0" err="1">
                <a:solidFill>
                  <a:schemeClr val="tx1"/>
                </a:solidFill>
                <a:latin typeface="Nadeem" pitchFamily="2" charset="-78"/>
                <a:cs typeface="Nadeem" pitchFamily="2" charset="-78"/>
              </a:rPr>
              <a:t>spatio</a:t>
            </a:r>
            <a:r>
              <a:rPr lang="en-US" sz="1400" b="0" dirty="0">
                <a:solidFill>
                  <a:schemeClr val="tx1"/>
                </a:solidFill>
                <a:latin typeface="Nadeem" pitchFamily="2" charset="-78"/>
                <a:cs typeface="Nadeem" pitchFamily="2" charset="-78"/>
              </a:rPr>
              <a:t>-temporal forecasting pipeline </a:t>
            </a:r>
          </a:p>
          <a:p>
            <a:pPr>
              <a:buFont typeface="Arial" panose="020B0604020202020204" pitchFamily="34" charset="0"/>
              <a:buChar char="•"/>
            </a:pPr>
            <a:r>
              <a:rPr lang="en-US" sz="1400" b="0" dirty="0">
                <a:solidFill>
                  <a:schemeClr val="tx1"/>
                </a:solidFill>
                <a:latin typeface="Nadeem" pitchFamily="2" charset="-78"/>
                <a:cs typeface="Nadeem" pitchFamily="2" charset="-78"/>
              </a:rPr>
              <a:t>Based on satellite data processing and deep learning modeling </a:t>
            </a:r>
          </a:p>
          <a:p>
            <a:pPr marL="0" indent="0">
              <a:buNone/>
            </a:pPr>
            <a:r>
              <a:rPr lang="en-US" sz="1400" dirty="0">
                <a:solidFill>
                  <a:schemeClr val="tx1"/>
                </a:solidFill>
                <a:latin typeface="Nadeem" pitchFamily="2" charset="-78"/>
                <a:cs typeface="Nadeem" pitchFamily="2" charset="-78"/>
              </a:rPr>
              <a:t>Main Design Components</a:t>
            </a:r>
          </a:p>
          <a:p>
            <a:pPr>
              <a:buFont typeface="Arial" panose="020B0604020202020204" pitchFamily="34" charset="0"/>
              <a:buChar char="•"/>
            </a:pPr>
            <a:r>
              <a:rPr lang="en-US" sz="1400" b="0" dirty="0">
                <a:solidFill>
                  <a:schemeClr val="tx1"/>
                </a:solidFill>
                <a:latin typeface="Nadeem" pitchFamily="2" charset="-78"/>
                <a:cs typeface="Nadeem" pitchFamily="2" charset="-78"/>
              </a:rPr>
              <a:t>Data acquisition from Sentinel-2 and MODIS (Google Earth Engine) </a:t>
            </a:r>
          </a:p>
          <a:p>
            <a:pPr>
              <a:buFont typeface="Arial" panose="020B0604020202020204" pitchFamily="34" charset="0"/>
              <a:buChar char="•"/>
            </a:pPr>
            <a:r>
              <a:rPr lang="en-US" sz="1400" b="0" dirty="0">
                <a:solidFill>
                  <a:schemeClr val="tx1"/>
                </a:solidFill>
                <a:latin typeface="Nadeem" pitchFamily="2" charset="-78"/>
                <a:cs typeface="Nadeem" pitchFamily="2" charset="-78"/>
              </a:rPr>
              <a:t>Preprocessing and feature engineering pipeline </a:t>
            </a:r>
          </a:p>
          <a:p>
            <a:pPr>
              <a:buFont typeface="Arial" panose="020B0604020202020204" pitchFamily="34" charset="0"/>
              <a:buChar char="•"/>
            </a:pPr>
            <a:r>
              <a:rPr lang="en-US" sz="1400" b="0" dirty="0">
                <a:solidFill>
                  <a:schemeClr val="tx1"/>
                </a:solidFill>
                <a:latin typeface="Nadeem" pitchFamily="2" charset="-78"/>
                <a:cs typeface="Nadeem" pitchFamily="2" charset="-78"/>
              </a:rPr>
              <a:t>Sequence construction for time-series modeling </a:t>
            </a:r>
          </a:p>
          <a:p>
            <a:pPr>
              <a:buFont typeface="Arial" panose="020B0604020202020204" pitchFamily="34" charset="0"/>
              <a:buChar char="•"/>
            </a:pPr>
            <a:r>
              <a:rPr lang="en-US" sz="1400" b="0" dirty="0">
                <a:solidFill>
                  <a:schemeClr val="tx1"/>
                </a:solidFill>
                <a:latin typeface="Nadeem" pitchFamily="2" charset="-78"/>
                <a:cs typeface="Nadeem" pitchFamily="2" charset="-78"/>
              </a:rPr>
              <a:t>LSTM-based forecasting model </a:t>
            </a:r>
          </a:p>
          <a:p>
            <a:pPr>
              <a:buFont typeface="Arial" panose="020B0604020202020204" pitchFamily="34" charset="0"/>
              <a:buChar char="•"/>
            </a:pPr>
            <a:r>
              <a:rPr lang="en-US" sz="1400" b="0" dirty="0">
                <a:solidFill>
                  <a:schemeClr val="tx1"/>
                </a:solidFill>
                <a:latin typeface="Nadeem" pitchFamily="2" charset="-78"/>
                <a:cs typeface="Nadeem" pitchFamily="2" charset="-78"/>
              </a:rPr>
              <a:t>Evaluation using baseline and error metrics </a:t>
            </a:r>
          </a:p>
          <a:p>
            <a:pPr marL="0" indent="0">
              <a:buNone/>
            </a:pPr>
            <a:r>
              <a:rPr lang="en-US" sz="1400" dirty="0">
                <a:solidFill>
                  <a:schemeClr val="tx1"/>
                </a:solidFill>
                <a:latin typeface="Nadeem" pitchFamily="2" charset="-78"/>
                <a:cs typeface="Nadeem" pitchFamily="2" charset="-78"/>
              </a:rPr>
              <a:t>Design Alternatives Considered</a:t>
            </a:r>
          </a:p>
          <a:p>
            <a:pPr>
              <a:buFont typeface="Arial" panose="020B0604020202020204" pitchFamily="34" charset="0"/>
              <a:buChar char="•"/>
            </a:pPr>
            <a:r>
              <a:rPr lang="en-US" sz="1400" b="0" dirty="0">
                <a:solidFill>
                  <a:schemeClr val="tx1"/>
                </a:solidFill>
                <a:latin typeface="Nadeem" pitchFamily="2" charset="-78"/>
                <a:cs typeface="Nadeem" pitchFamily="2" charset="-78"/>
              </a:rPr>
              <a:t>Statistical models (ARIMA) </a:t>
            </a:r>
          </a:p>
          <a:p>
            <a:pPr>
              <a:buFont typeface="Arial" panose="020B0604020202020204" pitchFamily="34" charset="0"/>
              <a:buChar char="•"/>
            </a:pPr>
            <a:r>
              <a:rPr lang="en-US" sz="1400" b="0" dirty="0">
                <a:solidFill>
                  <a:schemeClr val="tx1"/>
                </a:solidFill>
                <a:latin typeface="Nadeem" pitchFamily="2" charset="-78"/>
                <a:cs typeface="Nadeem" pitchFamily="2" charset="-78"/>
              </a:rPr>
              <a:t>Classical ML models (Random Forest, SVM) </a:t>
            </a:r>
          </a:p>
          <a:p>
            <a:pPr>
              <a:buFont typeface="Arial" panose="020B0604020202020204" pitchFamily="34" charset="0"/>
              <a:buChar char="•"/>
            </a:pPr>
            <a:r>
              <a:rPr lang="en-US" sz="1400" b="0" dirty="0">
                <a:solidFill>
                  <a:schemeClr val="tx1"/>
                </a:solidFill>
                <a:latin typeface="Nadeem" pitchFamily="2" charset="-78"/>
                <a:cs typeface="Nadeem" pitchFamily="2" charset="-78"/>
              </a:rPr>
              <a:t>Deep learning models (LSTM – selected approach) </a:t>
            </a:r>
          </a:p>
          <a:p>
            <a:pPr marL="0" indent="0">
              <a:buNone/>
            </a:pPr>
            <a:endParaRPr lang="en-US" sz="1400" b="0" dirty="0">
              <a:solidFill>
                <a:schemeClr val="tx1"/>
              </a:solidFill>
              <a:latin typeface="Nadeem" pitchFamily="2" charset="-78"/>
              <a:cs typeface="Nadeem" pitchFamily="2" charset="-78"/>
            </a:endParaRPr>
          </a:p>
          <a:p>
            <a:pPr marL="0" indent="0">
              <a:buNone/>
            </a:pPr>
            <a:r>
              <a:rPr lang="en-US" sz="1400" dirty="0">
                <a:solidFill>
                  <a:schemeClr val="tx1"/>
                </a:solidFill>
                <a:latin typeface="Nadeem" pitchFamily="2" charset="-78"/>
                <a:cs typeface="Nadeem" pitchFamily="2" charset="-78"/>
              </a:rPr>
              <a:t>Final Choice</a:t>
            </a:r>
          </a:p>
          <a:p>
            <a:pPr>
              <a:buFont typeface="Arial" panose="020B0604020202020204" pitchFamily="34" charset="0"/>
              <a:buChar char="•"/>
            </a:pPr>
            <a:r>
              <a:rPr lang="en-US" sz="1400" b="0" dirty="0">
                <a:solidFill>
                  <a:schemeClr val="tx1"/>
                </a:solidFill>
                <a:latin typeface="Nadeem" pitchFamily="2" charset="-78"/>
                <a:cs typeface="Nadeem" pitchFamily="2" charset="-78"/>
              </a:rPr>
              <a:t>LSTM selected due to its ability to model temporal dependencies and nonlinear behavior in snow dynamics</a:t>
            </a:r>
          </a:p>
        </p:txBody>
      </p:sp>
      <p:sp>
        <p:nvSpPr>
          <p:cNvPr id="6" name="Slide Number Placeholder 5"/>
          <p:cNvSpPr>
            <a:spLocks noGrp="1"/>
          </p:cNvSpPr>
          <p:nvPr>
            <p:ph type="sldNum" sz="quarter" idx="12"/>
          </p:nvPr>
        </p:nvSpPr>
        <p:spPr/>
        <p:txBody>
          <a:bodyPr/>
          <a:lstStyle/>
          <a:p>
            <a:fld id="{7F40025E-8A47-7E48-AA2F-82A25E5E3F97}" type="slidenum">
              <a:rPr lang="fr-FR" altLang="en-US" smtClean="0"/>
              <a:pPr/>
              <a:t>7</a:t>
            </a:fld>
            <a:endParaRPr lang="fr-FR" altLang="en-US"/>
          </a:p>
        </p:txBody>
      </p:sp>
      <p:graphicFrame>
        <p:nvGraphicFramePr>
          <p:cNvPr id="9" name="Diagram 8">
            <a:extLst>
              <a:ext uri="{FF2B5EF4-FFF2-40B4-BE49-F238E27FC236}">
                <a16:creationId xmlns:a16="http://schemas.microsoft.com/office/drawing/2014/main" id="{43EF56A5-F6BA-070F-D2CB-5D7693D8F142}"/>
              </a:ext>
            </a:extLst>
          </p:cNvPr>
          <p:cNvGraphicFramePr/>
          <p:nvPr>
            <p:extLst>
              <p:ext uri="{D42A27DB-BD31-4B8C-83A1-F6EECF244321}">
                <p14:modId xmlns:p14="http://schemas.microsoft.com/office/powerpoint/2010/main" val="186632036"/>
              </p:ext>
            </p:extLst>
          </p:nvPr>
        </p:nvGraphicFramePr>
        <p:xfrm>
          <a:off x="713575" y="1270390"/>
          <a:ext cx="7944330" cy="11572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Date Placeholder 3">
            <a:extLst>
              <a:ext uri="{FF2B5EF4-FFF2-40B4-BE49-F238E27FC236}">
                <a16:creationId xmlns:a16="http://schemas.microsoft.com/office/drawing/2014/main" id="{D898520C-2913-272B-9FD7-7DD9B612FD81}"/>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2" name="Footer Placeholder 4">
            <a:extLst>
              <a:ext uri="{FF2B5EF4-FFF2-40B4-BE49-F238E27FC236}">
                <a16:creationId xmlns:a16="http://schemas.microsoft.com/office/drawing/2014/main" id="{DFFDC9F0-DE64-0074-95B1-019BF9FE04D6}"/>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pic>
        <p:nvPicPr>
          <p:cNvPr id="13" name="Picture 4" descr="Problem Solution Icon Vector Art, Icons, and Graphics for Free Download">
            <a:extLst>
              <a:ext uri="{FF2B5EF4-FFF2-40B4-BE49-F238E27FC236}">
                <a16:creationId xmlns:a16="http://schemas.microsoft.com/office/drawing/2014/main" id="{FA49B5E0-3883-F51F-D59E-92D3FCD8F6FC}"/>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51169" t="27517" r="38067" b="20840"/>
          <a:stretch/>
        </p:blipFill>
        <p:spPr bwMode="auto">
          <a:xfrm>
            <a:off x="486095" y="522751"/>
            <a:ext cx="915067" cy="1012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5475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Diagram 14">
            <a:extLst>
              <a:ext uri="{FF2B5EF4-FFF2-40B4-BE49-F238E27FC236}">
                <a16:creationId xmlns:a16="http://schemas.microsoft.com/office/drawing/2014/main" id="{04B4CADF-81E9-951C-6B04-2317AD39927A}"/>
              </a:ext>
            </a:extLst>
          </p:cNvPr>
          <p:cNvGraphicFramePr/>
          <p:nvPr>
            <p:extLst>
              <p:ext uri="{D42A27DB-BD31-4B8C-83A1-F6EECF244321}">
                <p14:modId xmlns:p14="http://schemas.microsoft.com/office/powerpoint/2010/main" val="2675345817"/>
              </p:ext>
            </p:extLst>
          </p:nvPr>
        </p:nvGraphicFramePr>
        <p:xfrm>
          <a:off x="-343265" y="1396146"/>
          <a:ext cx="9345751" cy="4819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1">
            <a:extLst>
              <a:ext uri="{FF2B5EF4-FFF2-40B4-BE49-F238E27FC236}">
                <a16:creationId xmlns:a16="http://schemas.microsoft.com/office/drawing/2014/main" id="{5E02837B-AEC6-D93E-1704-468AF7D82E71}"/>
              </a:ext>
            </a:extLst>
          </p:cNvPr>
          <p:cNvSpPr txBox="1">
            <a:spLocks/>
          </p:cNvSpPr>
          <p:nvPr/>
        </p:nvSpPr>
        <p:spPr>
          <a:xfrm>
            <a:off x="331651" y="457812"/>
            <a:ext cx="8229599" cy="747713"/>
          </a:xfrm>
          <a:prstGeom prst="rect">
            <a:avLst/>
          </a:prstGeom>
        </p:spPr>
        <p:txBody>
          <a:bodyPr vert="horz"/>
          <a:lstStyle>
            <a:lvl1pPr algn="r" defTabSz="457200" rtl="0" eaLnBrk="0" fontAlgn="base" hangingPunct="0">
              <a:spcBef>
                <a:spcPct val="0"/>
              </a:spcBef>
              <a:spcAft>
                <a:spcPct val="0"/>
              </a:spcAft>
              <a:buClr>
                <a:srgbClr val="17375E"/>
              </a:buClr>
              <a:buFont typeface="Wingdings" charset="2"/>
              <a:defRPr lang="fr-FR" sz="3200" b="1" i="0" kern="1200" dirty="0">
                <a:solidFill>
                  <a:schemeClr val="tx1"/>
                </a:solidFill>
                <a:latin typeface="Arial" charset="0"/>
                <a:ea typeface="Arial" charset="0"/>
                <a:cs typeface="Arial" charset="0"/>
              </a:defRPr>
            </a:lvl1pPr>
            <a:lvl2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2pPr>
            <a:lvl3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3pPr>
            <a:lvl4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4pPr>
            <a:lvl5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5pPr>
            <a:lvl6pPr marL="10287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6pPr>
            <a:lvl7pPr marL="14859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7pPr>
            <a:lvl8pPr marL="19431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8pPr>
            <a:lvl9pPr marL="24003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9pPr>
          </a:lstStyle>
          <a:p>
            <a:pPr algn="l"/>
            <a:r>
              <a:rPr lang="en-US" dirty="0">
                <a:solidFill>
                  <a:srgbClr val="0A1C72"/>
                </a:solidFill>
                <a:latin typeface="Nadeem" pitchFamily="2" charset="-78"/>
                <a:cs typeface="Nadeem" pitchFamily="2" charset="-78"/>
              </a:rPr>
              <a:t>Solution Design </a:t>
            </a:r>
            <a:br>
              <a:rPr lang="en-US" dirty="0">
                <a:solidFill>
                  <a:srgbClr val="0A1C72"/>
                </a:solidFill>
                <a:latin typeface="Nadeem" pitchFamily="2" charset="-78"/>
                <a:cs typeface="Nadeem" pitchFamily="2" charset="-78"/>
              </a:rPr>
            </a:br>
            <a:r>
              <a:rPr lang="en-US" sz="2000" dirty="0">
                <a:solidFill>
                  <a:srgbClr val="0A1C72"/>
                </a:solidFill>
                <a:latin typeface="Nadeem" pitchFamily="2" charset="-78"/>
                <a:cs typeface="Nadeem" pitchFamily="2" charset="-78"/>
              </a:rPr>
              <a:t>Conceptual Model of </a:t>
            </a:r>
            <a:r>
              <a:rPr lang="en-US" sz="2000" dirty="0" err="1">
                <a:solidFill>
                  <a:srgbClr val="0A1C72"/>
                </a:solidFill>
                <a:latin typeface="Nadeem" pitchFamily="2" charset="-78"/>
                <a:cs typeface="Nadeem" pitchFamily="2" charset="-78"/>
              </a:rPr>
              <a:t>SnowFLOWS</a:t>
            </a:r>
            <a:r>
              <a:rPr lang="en-US" sz="2000" dirty="0">
                <a:solidFill>
                  <a:srgbClr val="0A1C72"/>
                </a:solidFill>
                <a:latin typeface="Nadeem" pitchFamily="2" charset="-78"/>
                <a:cs typeface="Nadeem" pitchFamily="2" charset="-78"/>
              </a:rPr>
              <a:t> System</a:t>
            </a:r>
            <a:endParaRPr lang="en-US" dirty="0">
              <a:solidFill>
                <a:srgbClr val="0A1C72"/>
              </a:solidFill>
              <a:latin typeface="Nadeem" pitchFamily="2" charset="-78"/>
              <a:cs typeface="Nadeem" pitchFamily="2" charset="-78"/>
            </a:endParaRPr>
          </a:p>
        </p:txBody>
      </p:sp>
      <p:sp>
        <p:nvSpPr>
          <p:cNvPr id="11" name="TextBox 10">
            <a:extLst>
              <a:ext uri="{FF2B5EF4-FFF2-40B4-BE49-F238E27FC236}">
                <a16:creationId xmlns:a16="http://schemas.microsoft.com/office/drawing/2014/main" id="{CB675401-32A1-EBB7-F4F1-0A30D665CC83}"/>
              </a:ext>
            </a:extLst>
          </p:cNvPr>
          <p:cNvSpPr txBox="1"/>
          <p:nvPr/>
        </p:nvSpPr>
        <p:spPr>
          <a:xfrm>
            <a:off x="223159" y="5618447"/>
            <a:ext cx="8920841" cy="523220"/>
          </a:xfrm>
          <a:prstGeom prst="rect">
            <a:avLst/>
          </a:prstGeom>
          <a:noFill/>
        </p:spPr>
        <p:txBody>
          <a:bodyPr wrap="square">
            <a:spAutoFit/>
          </a:bodyPr>
          <a:lstStyle/>
          <a:p>
            <a:pPr marL="285750" indent="-285750">
              <a:buFont typeface="Arial" panose="020B0604020202020204" pitchFamily="34" charset="0"/>
              <a:buChar char="•"/>
            </a:pPr>
            <a:r>
              <a:rPr lang="en-US" sz="1400" dirty="0">
                <a:latin typeface="Nadeem" pitchFamily="2" charset="-78"/>
                <a:cs typeface="Nadeem" pitchFamily="2" charset="-78"/>
              </a:rPr>
              <a:t>Transforms raw satellite data into structured learning sequences </a:t>
            </a:r>
          </a:p>
          <a:p>
            <a:pPr marL="285750" indent="-285750">
              <a:buFont typeface="Arial" panose="020B0604020202020204" pitchFamily="34" charset="0"/>
              <a:buChar char="•"/>
            </a:pPr>
            <a:r>
              <a:rPr lang="en-US" sz="1400" dirty="0">
                <a:latin typeface="Nadeem" pitchFamily="2" charset="-78"/>
                <a:cs typeface="Nadeem" pitchFamily="2" charset="-78"/>
              </a:rPr>
              <a:t>Captures temporal and spatial snow variability </a:t>
            </a:r>
          </a:p>
        </p:txBody>
      </p:sp>
      <p:sp>
        <p:nvSpPr>
          <p:cNvPr id="12" name="Date Placeholder 3">
            <a:extLst>
              <a:ext uri="{FF2B5EF4-FFF2-40B4-BE49-F238E27FC236}">
                <a16:creationId xmlns:a16="http://schemas.microsoft.com/office/drawing/2014/main" id="{1B7C7F0C-A34E-7520-A95C-E9F7F55A1A49}"/>
              </a:ext>
            </a:extLst>
          </p:cNvPr>
          <p:cNvSpPr txBox="1">
            <a:spLocks/>
          </p:cNvSpPr>
          <p:nvPr/>
        </p:nvSpPr>
        <p:spPr>
          <a:xfrm>
            <a:off x="164125" y="6590810"/>
            <a:ext cx="1071153" cy="365125"/>
          </a:xfrm>
          <a:prstGeom prst="rect">
            <a:avLst/>
          </a:prstGeom>
        </p:spPr>
        <p:txBody>
          <a:bodyPr vert="horz" wrap="square" lIns="91440" tIns="45720" rIns="91440" bIns="45720" numCol="1" anchor="t" anchorCtr="0" compatLnSpc="1">
            <a:prstTxWarp prst="textNoShape">
              <a:avLst/>
            </a:prstTxWarp>
            <a:normAutofit/>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spcAft>
                <a:spcPts val="600"/>
              </a:spcAft>
            </a:pPr>
            <a:r>
              <a:rPr lang="en-US" altLang="en-US" sz="1000" dirty="0">
                <a:solidFill>
                  <a:schemeClr val="bg1"/>
                </a:solidFill>
                <a:latin typeface="+mn-lt"/>
              </a:rPr>
              <a:t>MDP26-19</a:t>
            </a:r>
            <a:endParaRPr lang="fr-FR" altLang="en-US" sz="1000" dirty="0">
              <a:solidFill>
                <a:schemeClr val="bg1"/>
              </a:solidFill>
              <a:latin typeface="+mn-lt"/>
            </a:endParaRPr>
          </a:p>
        </p:txBody>
      </p:sp>
      <p:sp>
        <p:nvSpPr>
          <p:cNvPr id="13" name="Footer Placeholder 4">
            <a:extLst>
              <a:ext uri="{FF2B5EF4-FFF2-40B4-BE49-F238E27FC236}">
                <a16:creationId xmlns:a16="http://schemas.microsoft.com/office/drawing/2014/main" id="{BB5CEA28-66D1-5D5C-2B71-32AA03DE8183}"/>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sp>
        <p:nvSpPr>
          <p:cNvPr id="16" name="TextBox 15">
            <a:extLst>
              <a:ext uri="{FF2B5EF4-FFF2-40B4-BE49-F238E27FC236}">
                <a16:creationId xmlns:a16="http://schemas.microsoft.com/office/drawing/2014/main" id="{5E41A04B-9993-B97B-366C-ABF7DD6703C3}"/>
              </a:ext>
            </a:extLst>
          </p:cNvPr>
          <p:cNvSpPr txBox="1"/>
          <p:nvPr/>
        </p:nvSpPr>
        <p:spPr>
          <a:xfrm>
            <a:off x="2013857" y="1563511"/>
            <a:ext cx="2558143" cy="307777"/>
          </a:xfrm>
          <a:prstGeom prst="rect">
            <a:avLst/>
          </a:prstGeom>
          <a:noFill/>
        </p:spPr>
        <p:txBody>
          <a:bodyPr wrap="square" rtlCol="0">
            <a:spAutoFit/>
          </a:bodyPr>
          <a:lstStyle/>
          <a:p>
            <a:pPr marL="285750" indent="-285750">
              <a:buFont typeface="Arial" panose="020B0604020202020204" pitchFamily="34" charset="0"/>
              <a:buChar char="•"/>
            </a:pPr>
            <a:r>
              <a:rPr lang="en-LB" sz="1400" dirty="0">
                <a:latin typeface="Nadeem" pitchFamily="2" charset="-78"/>
                <a:cs typeface="Nadeem" pitchFamily="2" charset="-78"/>
              </a:rPr>
              <a:t>Sentinel-2/ MODIS</a:t>
            </a:r>
          </a:p>
        </p:txBody>
      </p:sp>
      <p:sp>
        <p:nvSpPr>
          <p:cNvPr id="17" name="TextBox 16">
            <a:extLst>
              <a:ext uri="{FF2B5EF4-FFF2-40B4-BE49-F238E27FC236}">
                <a16:creationId xmlns:a16="http://schemas.microsoft.com/office/drawing/2014/main" id="{8B1CB6B3-3057-7630-6E87-AC3C86BCDB14}"/>
              </a:ext>
            </a:extLst>
          </p:cNvPr>
          <p:cNvSpPr txBox="1"/>
          <p:nvPr/>
        </p:nvSpPr>
        <p:spPr>
          <a:xfrm>
            <a:off x="2974338" y="2139870"/>
            <a:ext cx="2558143" cy="307777"/>
          </a:xfrm>
          <a:prstGeom prst="rect">
            <a:avLst/>
          </a:prstGeom>
          <a:noFill/>
        </p:spPr>
        <p:txBody>
          <a:bodyPr wrap="square" rtlCol="0">
            <a:spAutoFit/>
          </a:bodyPr>
          <a:lstStyle/>
          <a:p>
            <a:pPr marL="285750" indent="-285750">
              <a:buFont typeface="Arial" panose="020B0604020202020204" pitchFamily="34" charset="0"/>
              <a:buChar char="•"/>
            </a:pPr>
            <a:r>
              <a:rPr lang="en-LB" sz="1400" dirty="0">
                <a:latin typeface="Nadeem" pitchFamily="2" charset="-78"/>
                <a:cs typeface="Nadeem" pitchFamily="2" charset="-78"/>
              </a:rPr>
              <a:t>Alignment</a:t>
            </a:r>
          </a:p>
        </p:txBody>
      </p:sp>
      <p:sp>
        <p:nvSpPr>
          <p:cNvPr id="18" name="TextBox 17">
            <a:extLst>
              <a:ext uri="{FF2B5EF4-FFF2-40B4-BE49-F238E27FC236}">
                <a16:creationId xmlns:a16="http://schemas.microsoft.com/office/drawing/2014/main" id="{0ABD8454-3830-998E-CEF2-2244E969DDB7}"/>
              </a:ext>
            </a:extLst>
          </p:cNvPr>
          <p:cNvSpPr txBox="1"/>
          <p:nvPr/>
        </p:nvSpPr>
        <p:spPr>
          <a:xfrm>
            <a:off x="3659651" y="2677034"/>
            <a:ext cx="4540615" cy="523220"/>
          </a:xfrm>
          <a:prstGeom prst="rect">
            <a:avLst/>
          </a:prstGeom>
          <a:noFill/>
        </p:spPr>
        <p:txBody>
          <a:bodyPr wrap="square" rtlCol="0">
            <a:spAutoFit/>
          </a:bodyPr>
          <a:lstStyle/>
          <a:p>
            <a:pPr marL="285750" indent="-285750">
              <a:buFont typeface="Arial" panose="020B0604020202020204" pitchFamily="34" charset="0"/>
              <a:buChar char="•"/>
            </a:pPr>
            <a:r>
              <a:rPr lang="en-LB" sz="1400" dirty="0">
                <a:latin typeface="Nadeem" pitchFamily="2" charset="-78"/>
                <a:cs typeface="Nadeem" pitchFamily="2" charset="-78"/>
              </a:rPr>
              <a:t>Snow lag features/ Snow ratio/ Seasonal encoding/ Altitude features</a:t>
            </a:r>
          </a:p>
        </p:txBody>
      </p:sp>
      <p:sp>
        <p:nvSpPr>
          <p:cNvPr id="19" name="TextBox 18">
            <a:extLst>
              <a:ext uri="{FF2B5EF4-FFF2-40B4-BE49-F238E27FC236}">
                <a16:creationId xmlns:a16="http://schemas.microsoft.com/office/drawing/2014/main" id="{537B4731-F7EC-CDE3-3AE4-5F90D525ED3B}"/>
              </a:ext>
            </a:extLst>
          </p:cNvPr>
          <p:cNvSpPr txBox="1"/>
          <p:nvPr/>
        </p:nvSpPr>
        <p:spPr>
          <a:xfrm>
            <a:off x="4650888" y="3351251"/>
            <a:ext cx="2558143" cy="307777"/>
          </a:xfrm>
          <a:prstGeom prst="rect">
            <a:avLst/>
          </a:prstGeom>
          <a:noFill/>
        </p:spPr>
        <p:txBody>
          <a:bodyPr wrap="square" rtlCol="0">
            <a:spAutoFit/>
          </a:bodyPr>
          <a:lstStyle/>
          <a:p>
            <a:pPr marL="285750" indent="-285750">
              <a:buFont typeface="Arial" panose="020B0604020202020204" pitchFamily="34" charset="0"/>
              <a:buChar char="•"/>
            </a:pPr>
            <a:r>
              <a:rPr lang="en-LB" sz="1400" dirty="0">
                <a:latin typeface="Nadeem" pitchFamily="2" charset="-78"/>
                <a:cs typeface="Nadeem" pitchFamily="2" charset="-78"/>
              </a:rPr>
              <a:t>Z-score</a:t>
            </a:r>
          </a:p>
        </p:txBody>
      </p:sp>
      <p:sp>
        <p:nvSpPr>
          <p:cNvPr id="20" name="TextBox 19">
            <a:extLst>
              <a:ext uri="{FF2B5EF4-FFF2-40B4-BE49-F238E27FC236}">
                <a16:creationId xmlns:a16="http://schemas.microsoft.com/office/drawing/2014/main" id="{5708C285-8483-44C6-24A7-72BB55C0A4E2}"/>
              </a:ext>
            </a:extLst>
          </p:cNvPr>
          <p:cNvSpPr txBox="1"/>
          <p:nvPr/>
        </p:nvSpPr>
        <p:spPr>
          <a:xfrm>
            <a:off x="5820954" y="3970669"/>
            <a:ext cx="2558143" cy="307777"/>
          </a:xfrm>
          <a:prstGeom prst="rect">
            <a:avLst/>
          </a:prstGeom>
          <a:noFill/>
        </p:spPr>
        <p:txBody>
          <a:bodyPr wrap="square" rtlCol="0">
            <a:spAutoFit/>
          </a:bodyPr>
          <a:lstStyle/>
          <a:p>
            <a:pPr marL="285750" indent="-285750">
              <a:buFont typeface="Arial" panose="020B0604020202020204" pitchFamily="34" charset="0"/>
              <a:buChar char="•"/>
            </a:pPr>
            <a:r>
              <a:rPr lang="en-LB" sz="1400" dirty="0">
                <a:latin typeface="Nadeem" pitchFamily="2" charset="-78"/>
                <a:cs typeface="Nadeem" pitchFamily="2" charset="-78"/>
              </a:rPr>
              <a:t>1-12 weeks</a:t>
            </a:r>
          </a:p>
        </p:txBody>
      </p:sp>
      <p:sp>
        <p:nvSpPr>
          <p:cNvPr id="21" name="TextBox 20">
            <a:extLst>
              <a:ext uri="{FF2B5EF4-FFF2-40B4-BE49-F238E27FC236}">
                <a16:creationId xmlns:a16="http://schemas.microsoft.com/office/drawing/2014/main" id="{8AF756FE-6F80-9BA6-569A-3D4B5E1D72E4}"/>
              </a:ext>
            </a:extLst>
          </p:cNvPr>
          <p:cNvSpPr txBox="1"/>
          <p:nvPr/>
        </p:nvSpPr>
        <p:spPr>
          <a:xfrm>
            <a:off x="6444343" y="6233552"/>
            <a:ext cx="2558143" cy="307777"/>
          </a:xfrm>
          <a:prstGeom prst="rect">
            <a:avLst/>
          </a:prstGeom>
          <a:noFill/>
        </p:spPr>
        <p:txBody>
          <a:bodyPr wrap="square" rtlCol="0">
            <a:spAutoFit/>
          </a:bodyPr>
          <a:lstStyle/>
          <a:p>
            <a:pPr marL="285750" indent="-285750">
              <a:buFont typeface="Arial" panose="020B0604020202020204" pitchFamily="34" charset="0"/>
              <a:buChar char="•"/>
            </a:pPr>
            <a:r>
              <a:rPr lang="en-LB" sz="1400" dirty="0">
                <a:latin typeface="Nadeem" pitchFamily="2" charset="-78"/>
                <a:cs typeface="Nadeem" pitchFamily="2" charset="-78"/>
              </a:rPr>
              <a:t>MAE/ RMSE + Visualization</a:t>
            </a:r>
          </a:p>
        </p:txBody>
      </p:sp>
    </p:spTree>
    <p:extLst>
      <p:ext uri="{BB962C8B-B14F-4D97-AF65-F5344CB8AC3E}">
        <p14:creationId xmlns:p14="http://schemas.microsoft.com/office/powerpoint/2010/main" val="1744375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996" y="526863"/>
            <a:ext cx="8229599" cy="747713"/>
          </a:xfrm>
        </p:spPr>
        <p:txBody>
          <a:bodyPr/>
          <a:lstStyle/>
          <a:p>
            <a:r>
              <a:rPr lang="en-US" sz="2800" dirty="0">
                <a:solidFill>
                  <a:srgbClr val="0A1C72"/>
                </a:solidFill>
                <a:latin typeface="Nadeem" pitchFamily="2" charset="-78"/>
                <a:cs typeface="Nadeem" pitchFamily="2" charset="-78"/>
              </a:rPr>
              <a:t>Project Management</a:t>
            </a:r>
          </a:p>
        </p:txBody>
      </p:sp>
      <p:sp>
        <p:nvSpPr>
          <p:cNvPr id="3" name="Content Placeholder 2"/>
          <p:cNvSpPr>
            <a:spLocks noGrp="1"/>
          </p:cNvSpPr>
          <p:nvPr>
            <p:ph idx="1"/>
          </p:nvPr>
        </p:nvSpPr>
        <p:spPr>
          <a:xfrm>
            <a:off x="538265" y="1132395"/>
            <a:ext cx="8229600" cy="4767626"/>
          </a:xfrm>
        </p:spPr>
        <p:txBody>
          <a:bodyPr/>
          <a:lstStyle/>
          <a:p>
            <a:pPr>
              <a:buFont typeface="Arial" panose="020B0604020202020204" pitchFamily="34" charset="0"/>
              <a:buChar char="•"/>
            </a:pPr>
            <a:r>
              <a:rPr lang="en-US" sz="1400" b="0" dirty="0">
                <a:solidFill>
                  <a:schemeClr val="tx1"/>
                </a:solidFill>
                <a:latin typeface="Nadeem" pitchFamily="2" charset="-78"/>
                <a:cs typeface="Nadeem" pitchFamily="2" charset="-78"/>
              </a:rPr>
              <a:t>We have 9 main phases:</a:t>
            </a:r>
          </a:p>
        </p:txBody>
      </p:sp>
      <p:sp>
        <p:nvSpPr>
          <p:cNvPr id="6" name="Slide Number Placeholder 5"/>
          <p:cNvSpPr>
            <a:spLocks noGrp="1"/>
          </p:cNvSpPr>
          <p:nvPr>
            <p:ph type="sldNum" sz="quarter" idx="12"/>
          </p:nvPr>
        </p:nvSpPr>
        <p:spPr/>
        <p:txBody>
          <a:bodyPr/>
          <a:lstStyle/>
          <a:p>
            <a:fld id="{7F40025E-8A47-7E48-AA2F-82A25E5E3F97}" type="slidenum">
              <a:rPr lang="fr-FR" altLang="en-US" smtClean="0"/>
              <a:pPr/>
              <a:t>9</a:t>
            </a:fld>
            <a:endParaRPr lang="fr-FR" altLang="en-US"/>
          </a:p>
        </p:txBody>
      </p:sp>
      <p:pic>
        <p:nvPicPr>
          <p:cNvPr id="10" name="Picture 9" descr="A screenshot of a spreadsheet&#10;&#10;Description automatically generated">
            <a:extLst>
              <a:ext uri="{FF2B5EF4-FFF2-40B4-BE49-F238E27FC236}">
                <a16:creationId xmlns:a16="http://schemas.microsoft.com/office/drawing/2014/main" id="{96B42F41-BB4D-73A4-D468-34414A5ED4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9019" y="1435248"/>
            <a:ext cx="8685962" cy="2046512"/>
          </a:xfrm>
          <a:prstGeom prst="rect">
            <a:avLst/>
          </a:prstGeom>
        </p:spPr>
      </p:pic>
      <p:sp>
        <p:nvSpPr>
          <p:cNvPr id="11" name="Date Placeholder 3">
            <a:extLst>
              <a:ext uri="{FF2B5EF4-FFF2-40B4-BE49-F238E27FC236}">
                <a16:creationId xmlns:a16="http://schemas.microsoft.com/office/drawing/2014/main" id="{80338860-AD4A-5DAB-C83A-A5AE412C02E0}"/>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2" name="Footer Placeholder 4">
            <a:extLst>
              <a:ext uri="{FF2B5EF4-FFF2-40B4-BE49-F238E27FC236}">
                <a16:creationId xmlns:a16="http://schemas.microsoft.com/office/drawing/2014/main" id="{D936F947-455E-70F6-315D-BC4FBCCEA84A}"/>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sp>
        <p:nvSpPr>
          <p:cNvPr id="13" name="TextBox 12">
            <a:extLst>
              <a:ext uri="{FF2B5EF4-FFF2-40B4-BE49-F238E27FC236}">
                <a16:creationId xmlns:a16="http://schemas.microsoft.com/office/drawing/2014/main" id="{82C774E2-C453-5628-4AD2-53B4C743AD8D}"/>
              </a:ext>
            </a:extLst>
          </p:cNvPr>
          <p:cNvSpPr txBox="1"/>
          <p:nvPr/>
        </p:nvSpPr>
        <p:spPr>
          <a:xfrm>
            <a:off x="229019" y="3767627"/>
            <a:ext cx="3966846" cy="2246769"/>
          </a:xfrm>
          <a:prstGeom prst="rect">
            <a:avLst/>
          </a:prstGeom>
          <a:noFill/>
        </p:spPr>
        <p:txBody>
          <a:bodyPr wrap="square">
            <a:spAutoFit/>
          </a:bodyPr>
          <a:lstStyle/>
          <a:p>
            <a:r>
              <a:rPr lang="en-US" sz="1400" b="1" dirty="0">
                <a:solidFill>
                  <a:schemeClr val="tx1"/>
                </a:solidFill>
                <a:latin typeface="Nadeem" pitchFamily="2" charset="-78"/>
                <a:cs typeface="Nadeem" pitchFamily="2" charset="-78"/>
              </a:rPr>
              <a:t>Iterative Workflow</a:t>
            </a:r>
          </a:p>
          <a:p>
            <a:endParaRPr lang="en-US" sz="1400" b="1" dirty="0">
              <a:solidFill>
                <a:schemeClr val="tx1"/>
              </a:solidFill>
              <a:latin typeface="Nadeem" pitchFamily="2" charset="-78"/>
              <a:cs typeface="Nadeem" pitchFamily="2" charset="-78"/>
            </a:endParaRPr>
          </a:p>
          <a:p>
            <a:pPr marL="285750" indent="-285750">
              <a:buFont typeface="Arial" panose="020B0604020202020204" pitchFamily="34" charset="0"/>
              <a:buChar char="•"/>
            </a:pPr>
            <a:r>
              <a:rPr lang="en-US" sz="1400" dirty="0">
                <a:latin typeface="Nadeem" pitchFamily="2" charset="-78"/>
                <a:cs typeface="Nadeem" pitchFamily="2" charset="-78"/>
              </a:rPr>
              <a:t>Continuous refinement of: </a:t>
            </a:r>
          </a:p>
          <a:p>
            <a:pPr marL="742950" lvl="1" indent="-285750">
              <a:buFont typeface="Arial" panose="020B0604020202020204" pitchFamily="34" charset="0"/>
              <a:buChar char="•"/>
            </a:pPr>
            <a:r>
              <a:rPr lang="en-US" sz="1400" dirty="0">
                <a:latin typeface="Nadeem" pitchFamily="2" charset="-78"/>
                <a:cs typeface="Nadeem" pitchFamily="2" charset="-78"/>
              </a:rPr>
              <a:t>dataset structure </a:t>
            </a:r>
          </a:p>
          <a:p>
            <a:pPr marL="742950" lvl="1" indent="-285750">
              <a:buFont typeface="Arial" panose="020B0604020202020204" pitchFamily="34" charset="0"/>
              <a:buChar char="•"/>
            </a:pPr>
            <a:r>
              <a:rPr lang="en-US" sz="1400" dirty="0">
                <a:latin typeface="Nadeem" pitchFamily="2" charset="-78"/>
                <a:cs typeface="Nadeem" pitchFamily="2" charset="-78"/>
              </a:rPr>
              <a:t>sequence length </a:t>
            </a:r>
          </a:p>
          <a:p>
            <a:pPr marL="742950" lvl="1" indent="-285750">
              <a:buFont typeface="Arial" panose="020B0604020202020204" pitchFamily="34" charset="0"/>
              <a:buChar char="•"/>
            </a:pPr>
            <a:r>
              <a:rPr lang="en-US" sz="1400" dirty="0">
                <a:latin typeface="Nadeem" pitchFamily="2" charset="-78"/>
                <a:cs typeface="Nadeem" pitchFamily="2" charset="-78"/>
              </a:rPr>
              <a:t>model architecture </a:t>
            </a:r>
          </a:p>
          <a:p>
            <a:pPr marL="285750" indent="-285750">
              <a:buFont typeface="Arial" panose="020B0604020202020204" pitchFamily="34" charset="0"/>
              <a:buChar char="•"/>
            </a:pPr>
            <a:r>
              <a:rPr lang="en-US" sz="1400" dirty="0">
                <a:latin typeface="Nadeem" pitchFamily="2" charset="-78"/>
                <a:cs typeface="Nadeem" pitchFamily="2" charset="-78"/>
              </a:rPr>
              <a:t>Multiple experiments run per configuration </a:t>
            </a:r>
          </a:p>
          <a:p>
            <a:pPr marL="285750" indent="-285750">
              <a:buFont typeface="Arial" panose="020B0604020202020204" pitchFamily="34" charset="0"/>
              <a:buChar char="•"/>
            </a:pPr>
            <a:r>
              <a:rPr lang="en-US" sz="1400" dirty="0">
                <a:latin typeface="Nadeem" pitchFamily="2" charset="-78"/>
                <a:cs typeface="Nadeem" pitchFamily="2" charset="-78"/>
              </a:rPr>
              <a:t>Decisions based on averaged results (MAE/RMSE) </a:t>
            </a:r>
          </a:p>
          <a:p>
            <a:endParaRPr lang="en-US" sz="1400" dirty="0">
              <a:latin typeface="Nadeem" pitchFamily="2" charset="-78"/>
              <a:cs typeface="Nadeem" pitchFamily="2" charset="-78"/>
            </a:endParaRPr>
          </a:p>
        </p:txBody>
      </p:sp>
      <p:sp>
        <p:nvSpPr>
          <p:cNvPr id="15" name="TextBox 14">
            <a:extLst>
              <a:ext uri="{FF2B5EF4-FFF2-40B4-BE49-F238E27FC236}">
                <a16:creationId xmlns:a16="http://schemas.microsoft.com/office/drawing/2014/main" id="{20A2FCFD-5B5A-E014-0866-54D546E21315}"/>
              </a:ext>
            </a:extLst>
          </p:cNvPr>
          <p:cNvSpPr txBox="1"/>
          <p:nvPr/>
        </p:nvSpPr>
        <p:spPr>
          <a:xfrm>
            <a:off x="4505111" y="3710511"/>
            <a:ext cx="4572000" cy="2246769"/>
          </a:xfrm>
          <a:prstGeom prst="rect">
            <a:avLst/>
          </a:prstGeom>
          <a:noFill/>
        </p:spPr>
        <p:txBody>
          <a:bodyPr wrap="square">
            <a:spAutoFit/>
          </a:bodyPr>
          <a:lstStyle/>
          <a:p>
            <a:r>
              <a:rPr lang="en-US" sz="1400" b="1" dirty="0">
                <a:latin typeface="Nadeem" pitchFamily="2" charset="-78"/>
                <a:cs typeface="Nadeem" pitchFamily="2" charset="-78"/>
              </a:rPr>
              <a:t>Conflict Management</a:t>
            </a:r>
          </a:p>
          <a:p>
            <a:endParaRPr lang="en-US" sz="1400" b="1" dirty="0">
              <a:latin typeface="Nadeem" pitchFamily="2" charset="-78"/>
              <a:cs typeface="Nadeem" pitchFamily="2" charset="-78"/>
            </a:endParaRPr>
          </a:p>
          <a:p>
            <a:r>
              <a:rPr lang="en-US" sz="1400" dirty="0">
                <a:latin typeface="Nadeem" pitchFamily="2" charset="-78"/>
                <a:cs typeface="Nadeem" pitchFamily="2" charset="-78"/>
              </a:rPr>
              <a:t>Model instability across runs → solved using multiple executions + averaging </a:t>
            </a:r>
          </a:p>
          <a:p>
            <a:r>
              <a:rPr lang="en-US" sz="1400" dirty="0">
                <a:latin typeface="Nadeem" pitchFamily="2" charset="-78"/>
                <a:cs typeface="Nadeem" pitchFamily="2" charset="-78"/>
              </a:rPr>
              <a:t>Sequence length trade-off: </a:t>
            </a:r>
          </a:p>
          <a:p>
            <a:pPr marL="742950" lvl="1" indent="-285750">
              <a:buFont typeface="Arial" panose="020B0604020202020204" pitchFamily="34" charset="0"/>
              <a:buChar char="•"/>
            </a:pPr>
            <a:r>
              <a:rPr lang="en-US" sz="1400" dirty="0">
                <a:latin typeface="Nadeem" pitchFamily="2" charset="-78"/>
                <a:cs typeface="Nadeem" pitchFamily="2" charset="-78"/>
              </a:rPr>
              <a:t>6 weeks → best numerical results </a:t>
            </a:r>
          </a:p>
          <a:p>
            <a:pPr marL="742950" lvl="1" indent="-285750">
              <a:buFont typeface="Arial" panose="020B0604020202020204" pitchFamily="34" charset="0"/>
              <a:buChar char="•"/>
            </a:pPr>
            <a:r>
              <a:rPr lang="en-US" sz="1400" dirty="0">
                <a:latin typeface="Nadeem" pitchFamily="2" charset="-78"/>
                <a:cs typeface="Nadeem" pitchFamily="2" charset="-78"/>
              </a:rPr>
              <a:t>8 weeks → best visual realism</a:t>
            </a:r>
          </a:p>
          <a:p>
            <a:pPr lvl="1"/>
            <a:r>
              <a:rPr lang="en-US" sz="1400" dirty="0">
                <a:latin typeface="Nadeem" pitchFamily="2" charset="-78"/>
                <a:cs typeface="Nadeem" pitchFamily="2" charset="-78"/>
              </a:rPr>
              <a:t>→ both analyzed and justified </a:t>
            </a:r>
          </a:p>
          <a:p>
            <a:r>
              <a:rPr lang="en-US" sz="1400" dirty="0">
                <a:latin typeface="Nadeem" pitchFamily="2" charset="-78"/>
                <a:cs typeface="Nadeem" pitchFamily="2" charset="-78"/>
              </a:rPr>
              <a:t>Data alignment issues (Sentinel vs MODIS) → resolved via temporal synchronization</a:t>
            </a:r>
          </a:p>
        </p:txBody>
      </p:sp>
      <p:cxnSp>
        <p:nvCxnSpPr>
          <p:cNvPr id="17" name="Straight Connector 16">
            <a:extLst>
              <a:ext uri="{FF2B5EF4-FFF2-40B4-BE49-F238E27FC236}">
                <a16:creationId xmlns:a16="http://schemas.microsoft.com/office/drawing/2014/main" id="{DD8D528D-500F-DAAA-82B1-C5DDC15C606A}"/>
              </a:ext>
            </a:extLst>
          </p:cNvPr>
          <p:cNvCxnSpPr>
            <a:cxnSpLocks/>
          </p:cNvCxnSpPr>
          <p:nvPr/>
        </p:nvCxnSpPr>
        <p:spPr>
          <a:xfrm>
            <a:off x="4195865" y="3790630"/>
            <a:ext cx="0" cy="2061530"/>
          </a:xfrm>
          <a:prstGeom prst="line">
            <a:avLst/>
          </a:prstGeom>
        </p:spPr>
        <p:style>
          <a:lnRef idx="1">
            <a:schemeClr val="dk1"/>
          </a:lnRef>
          <a:fillRef idx="0">
            <a:schemeClr val="dk1"/>
          </a:fillRef>
          <a:effectRef idx="0">
            <a:schemeClr val="dk1"/>
          </a:effectRef>
          <a:fontRef idx="minor">
            <a:schemeClr val="tx1"/>
          </a:fontRef>
        </p:style>
      </p:cxnSp>
      <p:pic>
        <p:nvPicPr>
          <p:cNvPr id="9218" name="Picture 2" descr="icône de ligne de procédures sur blanc 2119367 Art vectoriel chez Vecteezy">
            <a:extLst>
              <a:ext uri="{FF2B5EF4-FFF2-40B4-BE49-F238E27FC236}">
                <a16:creationId xmlns:a16="http://schemas.microsoft.com/office/drawing/2014/main" id="{D015FC5E-2935-0F75-93A9-CA5B7544DA4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4309" t="20928" r="24309" b="17886"/>
          <a:stretch/>
        </p:blipFill>
        <p:spPr bwMode="auto">
          <a:xfrm>
            <a:off x="390294" y="435342"/>
            <a:ext cx="548202" cy="6527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0142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A1C72"/>
                </a:solidFill>
                <a:latin typeface="Nadeem" pitchFamily="2" charset="-78"/>
                <a:cs typeface="Nadeem" pitchFamily="2" charset="-78"/>
              </a:rPr>
              <a:t>Solution Implementation</a:t>
            </a:r>
            <a:br>
              <a:rPr lang="en-US" dirty="0">
                <a:solidFill>
                  <a:srgbClr val="0A1C72"/>
                </a:solidFill>
                <a:latin typeface="Nadeem" pitchFamily="2" charset="-78"/>
                <a:cs typeface="Nadeem" pitchFamily="2" charset="-78"/>
              </a:rPr>
            </a:br>
            <a:r>
              <a:rPr lang="en-US" sz="2000" dirty="0">
                <a:solidFill>
                  <a:srgbClr val="0A1C72"/>
                </a:solidFill>
                <a:latin typeface="Nadeem" pitchFamily="2" charset="-78"/>
                <a:cs typeface="Nadeem" pitchFamily="2" charset="-78"/>
              </a:rPr>
              <a:t>Study Area &amp; Data Sources</a:t>
            </a:r>
            <a:endParaRPr lang="en-US" dirty="0">
              <a:solidFill>
                <a:srgbClr val="0A1C72"/>
              </a:solidFill>
              <a:latin typeface="Nadeem" pitchFamily="2" charset="-78"/>
              <a:cs typeface="Nadeem" pitchFamily="2" charset="-78"/>
            </a:endParaRPr>
          </a:p>
        </p:txBody>
      </p:sp>
      <p:sp>
        <p:nvSpPr>
          <p:cNvPr id="3" name="Content Placeholder 2"/>
          <p:cNvSpPr>
            <a:spLocks noGrp="1"/>
          </p:cNvSpPr>
          <p:nvPr>
            <p:ph idx="1"/>
          </p:nvPr>
        </p:nvSpPr>
        <p:spPr>
          <a:xfrm>
            <a:off x="457200" y="1310629"/>
            <a:ext cx="4888942" cy="4767626"/>
          </a:xfrm>
        </p:spPr>
        <p:txBody>
          <a:bodyPr/>
          <a:lstStyle/>
          <a:p>
            <a:pPr marL="0" indent="0">
              <a:buNone/>
            </a:pPr>
            <a:r>
              <a:rPr lang="en-US" sz="1500" dirty="0">
                <a:solidFill>
                  <a:schemeClr val="tx1"/>
                </a:solidFill>
                <a:latin typeface="Nadeem" pitchFamily="2" charset="-78"/>
                <a:cs typeface="Nadeem" pitchFamily="2" charset="-78"/>
              </a:rPr>
              <a:t>Study area: </a:t>
            </a:r>
            <a:r>
              <a:rPr lang="en-US" sz="1500" b="0" dirty="0">
                <a:solidFill>
                  <a:schemeClr val="tx1"/>
                </a:solidFill>
                <a:latin typeface="Nadeem" pitchFamily="2" charset="-78"/>
                <a:cs typeface="Nadeem" pitchFamily="2" charset="-78"/>
              </a:rPr>
              <a:t>Lebanon (FAO/GAUL boundaries) </a:t>
            </a:r>
          </a:p>
          <a:p>
            <a:pPr marL="0" indent="0">
              <a:buNone/>
            </a:pPr>
            <a:r>
              <a:rPr lang="en-US" sz="1500" dirty="0">
                <a:solidFill>
                  <a:schemeClr val="tx1"/>
                </a:solidFill>
                <a:latin typeface="Nadeem" pitchFamily="2" charset="-78"/>
                <a:cs typeface="Nadeem" pitchFamily="2" charset="-78"/>
              </a:rPr>
              <a:t>Satellite data:</a:t>
            </a:r>
          </a:p>
          <a:p>
            <a:pPr>
              <a:buFont typeface="Arial" panose="020B0604020202020204" pitchFamily="34" charset="0"/>
              <a:buChar char="•"/>
            </a:pPr>
            <a:r>
              <a:rPr lang="en-US" sz="1500" b="0" dirty="0">
                <a:solidFill>
                  <a:schemeClr val="tx1"/>
                </a:solidFill>
                <a:latin typeface="Nadeem" pitchFamily="2" charset="-78"/>
                <a:cs typeface="Nadeem" pitchFamily="2" charset="-78"/>
              </a:rPr>
              <a:t>Sentinel-2 (10m, high spatial resolution) </a:t>
            </a:r>
          </a:p>
          <a:p>
            <a:pPr>
              <a:buFont typeface="Arial" panose="020B0604020202020204" pitchFamily="34" charset="0"/>
              <a:buChar char="•"/>
            </a:pPr>
            <a:r>
              <a:rPr lang="en-US" sz="1500" b="0" dirty="0">
                <a:solidFill>
                  <a:schemeClr val="tx1"/>
                </a:solidFill>
                <a:latin typeface="Nadeem" pitchFamily="2" charset="-78"/>
                <a:cs typeface="Nadeem" pitchFamily="2" charset="-78"/>
              </a:rPr>
              <a:t>MODIS (500m, high temporal frequency) </a:t>
            </a:r>
          </a:p>
          <a:p>
            <a:pPr marL="0" indent="0">
              <a:buNone/>
            </a:pPr>
            <a:r>
              <a:rPr lang="en-US" sz="1500" dirty="0">
                <a:solidFill>
                  <a:schemeClr val="tx1"/>
                </a:solidFill>
                <a:latin typeface="Nadeem" pitchFamily="2" charset="-78"/>
                <a:cs typeface="Nadeem" pitchFamily="2" charset="-78"/>
              </a:rPr>
              <a:t>Meteorological data: </a:t>
            </a:r>
            <a:r>
              <a:rPr lang="en-US" sz="1500" b="0" dirty="0">
                <a:solidFill>
                  <a:schemeClr val="tx1"/>
                </a:solidFill>
                <a:latin typeface="Nadeem" pitchFamily="2" charset="-78"/>
                <a:cs typeface="Nadeem" pitchFamily="2" charset="-78"/>
              </a:rPr>
              <a:t>ERA5 (temperature, precipitation) </a:t>
            </a:r>
          </a:p>
          <a:p>
            <a:pPr marL="0" indent="0">
              <a:buNone/>
            </a:pPr>
            <a:r>
              <a:rPr lang="en-US" sz="1500" dirty="0">
                <a:solidFill>
                  <a:schemeClr val="tx1"/>
                </a:solidFill>
                <a:latin typeface="Nadeem" pitchFamily="2" charset="-78"/>
                <a:cs typeface="Nadeem" pitchFamily="2" charset="-78"/>
              </a:rPr>
              <a:t>Time span: </a:t>
            </a:r>
            <a:r>
              <a:rPr lang="en-US" sz="1500" b="0" dirty="0">
                <a:solidFill>
                  <a:schemeClr val="tx1"/>
                </a:solidFill>
                <a:latin typeface="Nadeem" pitchFamily="2" charset="-78"/>
                <a:cs typeface="Nadeem" pitchFamily="2" charset="-78"/>
              </a:rPr>
              <a:t>2016–2025</a:t>
            </a:r>
          </a:p>
          <a:p>
            <a:pPr>
              <a:buFontTx/>
              <a:buChar char="-"/>
            </a:pPr>
            <a:r>
              <a:rPr lang="en-US" sz="1500" b="0" dirty="0">
                <a:solidFill>
                  <a:schemeClr val="tx1"/>
                </a:solidFill>
                <a:latin typeface="Nadeem" pitchFamily="2" charset="-78"/>
                <a:cs typeface="Nadeem" pitchFamily="2" charset="-78"/>
              </a:rPr>
              <a:t>Cloud Masking</a:t>
            </a:r>
          </a:p>
          <a:p>
            <a:pPr>
              <a:buFontTx/>
              <a:buChar char="-"/>
            </a:pPr>
            <a:r>
              <a:rPr lang="en-US" sz="1500" b="0" dirty="0">
                <a:solidFill>
                  <a:schemeClr val="tx1"/>
                </a:solidFill>
                <a:latin typeface="Nadeem" pitchFamily="2" charset="-78"/>
                <a:cs typeface="Nadeem" pitchFamily="2" charset="-78"/>
              </a:rPr>
              <a:t>NDSI Threshold = 0.4</a:t>
            </a:r>
          </a:p>
        </p:txBody>
      </p:sp>
      <p:sp>
        <p:nvSpPr>
          <p:cNvPr id="6" name="Slide Number Placeholder 5"/>
          <p:cNvSpPr>
            <a:spLocks noGrp="1"/>
          </p:cNvSpPr>
          <p:nvPr>
            <p:ph type="sldNum" sz="quarter" idx="12"/>
          </p:nvPr>
        </p:nvSpPr>
        <p:spPr/>
        <p:txBody>
          <a:bodyPr/>
          <a:lstStyle/>
          <a:p>
            <a:fld id="{7F40025E-8A47-7E48-AA2F-82A25E5E3F97}" type="slidenum">
              <a:rPr lang="fr-FR" altLang="en-US" smtClean="0"/>
              <a:pPr/>
              <a:t>10</a:t>
            </a:fld>
            <a:endParaRPr lang="fr-FR" altLang="en-US"/>
          </a:p>
        </p:txBody>
      </p:sp>
      <p:pic>
        <p:nvPicPr>
          <p:cNvPr id="8" name="Picture 7" descr="A screenshot of a computer&#10;&#10;Description automatically generated">
            <a:extLst>
              <a:ext uri="{FF2B5EF4-FFF2-40B4-BE49-F238E27FC236}">
                <a16:creationId xmlns:a16="http://schemas.microsoft.com/office/drawing/2014/main" id="{F489E12F-CF97-2C28-090B-5768E25C150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6457" t="49512" r="25578"/>
          <a:stretch/>
        </p:blipFill>
        <p:spPr bwMode="auto">
          <a:xfrm>
            <a:off x="5570236" y="1834928"/>
            <a:ext cx="3277590" cy="2060575"/>
          </a:xfrm>
          <a:prstGeom prst="rect">
            <a:avLst/>
          </a:prstGeom>
          <a:ln>
            <a:noFill/>
          </a:ln>
          <a:extLst>
            <a:ext uri="{53640926-AAD7-44D8-BBD7-CCE9431645EC}">
              <a14:shadowObscured xmlns:a14="http://schemas.microsoft.com/office/drawing/2010/main"/>
            </a:ext>
          </a:extLst>
        </p:spPr>
      </p:pic>
      <p:pic>
        <p:nvPicPr>
          <p:cNvPr id="10" name="Picture 9" descr="A screenshot of a computer&#10;&#10;Description automatically generated">
            <a:extLst>
              <a:ext uri="{FF2B5EF4-FFF2-40B4-BE49-F238E27FC236}">
                <a16:creationId xmlns:a16="http://schemas.microsoft.com/office/drawing/2014/main" id="{789BB2F1-2F95-AAE6-9115-C6957561CB2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10164" r="5511"/>
          <a:stretch/>
        </p:blipFill>
        <p:spPr>
          <a:xfrm>
            <a:off x="286013" y="3566546"/>
            <a:ext cx="5184017" cy="2933287"/>
          </a:xfrm>
          <a:prstGeom prst="rect">
            <a:avLst/>
          </a:prstGeom>
        </p:spPr>
      </p:pic>
      <p:sp>
        <p:nvSpPr>
          <p:cNvPr id="11" name="Date Placeholder 3">
            <a:extLst>
              <a:ext uri="{FF2B5EF4-FFF2-40B4-BE49-F238E27FC236}">
                <a16:creationId xmlns:a16="http://schemas.microsoft.com/office/drawing/2014/main" id="{3CC00E22-DE25-C8D0-97EF-A138D2FDF891}"/>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2" name="Footer Placeholder 4">
            <a:extLst>
              <a:ext uri="{FF2B5EF4-FFF2-40B4-BE49-F238E27FC236}">
                <a16:creationId xmlns:a16="http://schemas.microsoft.com/office/drawing/2014/main" id="{F773560E-CF16-7224-4E11-148A2FA81AB2}"/>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pic>
        <p:nvPicPr>
          <p:cNvPr id="13" name="Picture 12" descr="A screenshot of a computer&#10;&#10;Description automatically generated">
            <a:extLst>
              <a:ext uri="{FF2B5EF4-FFF2-40B4-BE49-F238E27FC236}">
                <a16:creationId xmlns:a16="http://schemas.microsoft.com/office/drawing/2014/main" id="{720676A0-4E9B-07FD-AA58-2316A6EBFBE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29025" t="45924" r="30857"/>
          <a:stretch/>
        </p:blipFill>
        <p:spPr>
          <a:xfrm>
            <a:off x="5563449" y="3992784"/>
            <a:ext cx="3338528" cy="2507049"/>
          </a:xfrm>
          <a:prstGeom prst="rect">
            <a:avLst/>
          </a:prstGeom>
        </p:spPr>
      </p:pic>
    </p:spTree>
    <p:extLst>
      <p:ext uri="{BB962C8B-B14F-4D97-AF65-F5344CB8AC3E}">
        <p14:creationId xmlns:p14="http://schemas.microsoft.com/office/powerpoint/2010/main" val="1621553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A9525-AAA2-4712-73BE-85DB0C84DBA0}"/>
              </a:ext>
            </a:extLst>
          </p:cNvPr>
          <p:cNvSpPr>
            <a:spLocks noGrp="1"/>
          </p:cNvSpPr>
          <p:nvPr>
            <p:ph type="title"/>
          </p:nvPr>
        </p:nvSpPr>
        <p:spPr>
          <a:xfrm>
            <a:off x="345406" y="516972"/>
            <a:ext cx="6254205" cy="1833154"/>
          </a:xfrm>
        </p:spPr>
        <p:txBody>
          <a:bodyPr/>
          <a:lstStyle/>
          <a:p>
            <a:pPr algn="l"/>
            <a:r>
              <a:rPr lang="en-LB" sz="2800" dirty="0">
                <a:solidFill>
                  <a:srgbClr val="0A1C72"/>
                </a:solidFill>
                <a:latin typeface="Nadeem" pitchFamily="2" charset="-78"/>
                <a:cs typeface="Nadeem" pitchFamily="2" charset="-78"/>
              </a:rPr>
              <a:t>Time Series (MODIS/Senti-2)</a:t>
            </a:r>
          </a:p>
        </p:txBody>
      </p:sp>
      <p:sp>
        <p:nvSpPr>
          <p:cNvPr id="7" name="Date Placeholder 3">
            <a:extLst>
              <a:ext uri="{FF2B5EF4-FFF2-40B4-BE49-F238E27FC236}">
                <a16:creationId xmlns:a16="http://schemas.microsoft.com/office/drawing/2014/main" id="{91C7D695-859F-D5A3-3E6F-C8228672318F}"/>
              </a:ext>
            </a:extLst>
          </p:cNvPr>
          <p:cNvSpPr txBox="1">
            <a:spLocks/>
          </p:cNvSpPr>
          <p:nvPr/>
        </p:nvSpPr>
        <p:spPr>
          <a:xfrm>
            <a:off x="164125" y="6590810"/>
            <a:ext cx="1071153" cy="365125"/>
          </a:xfrm>
          <a:prstGeom prst="rect">
            <a:avLst/>
          </a:prstGeom>
        </p:spPr>
        <p:txBody>
          <a:bodyPr vert="horz" wrap="square" lIns="91440" tIns="45720" rIns="91440" bIns="45720" numCol="1" anchor="t" anchorCtr="0" compatLnSpc="1">
            <a:prstTxWarp prst="textNoShape">
              <a:avLst/>
            </a:prstTxWarp>
            <a:normAutofit/>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spcAft>
                <a:spcPts val="600"/>
              </a:spcAft>
            </a:pPr>
            <a:r>
              <a:rPr lang="en-US" altLang="en-US" sz="1000" dirty="0">
                <a:solidFill>
                  <a:schemeClr val="bg1"/>
                </a:solidFill>
                <a:latin typeface="+mn-lt"/>
              </a:rPr>
              <a:t>MDP26-19</a:t>
            </a:r>
            <a:endParaRPr lang="fr-FR" altLang="en-US" sz="1000" dirty="0">
              <a:solidFill>
                <a:schemeClr val="bg1"/>
              </a:solidFill>
              <a:latin typeface="+mn-lt"/>
            </a:endParaRPr>
          </a:p>
        </p:txBody>
      </p:sp>
      <p:sp>
        <p:nvSpPr>
          <p:cNvPr id="8" name="Footer Placeholder 4">
            <a:extLst>
              <a:ext uri="{FF2B5EF4-FFF2-40B4-BE49-F238E27FC236}">
                <a16:creationId xmlns:a16="http://schemas.microsoft.com/office/drawing/2014/main" id="{9A0C1927-83D2-9A6C-8554-2D34447D340A}"/>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pic>
        <p:nvPicPr>
          <p:cNvPr id="10" name="Picture 9" descr="A graph showing a graph&#10;&#10;Description automatically generated">
            <a:extLst>
              <a:ext uri="{FF2B5EF4-FFF2-40B4-BE49-F238E27FC236}">
                <a16:creationId xmlns:a16="http://schemas.microsoft.com/office/drawing/2014/main" id="{30BB0C6F-F659-4500-E18E-6826A66238F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5202" r="5033"/>
          <a:stretch/>
        </p:blipFill>
        <p:spPr>
          <a:xfrm>
            <a:off x="164125" y="1957389"/>
            <a:ext cx="8634469" cy="4560938"/>
          </a:xfrm>
          <a:prstGeom prst="rect">
            <a:avLst/>
          </a:prstGeom>
        </p:spPr>
      </p:pic>
      <p:pic>
        <p:nvPicPr>
          <p:cNvPr id="11" name="Picture 10" descr="A graph showing a graph&#10;&#10;Description automatically generated with medium confidence">
            <a:extLst>
              <a:ext uri="{FF2B5EF4-FFF2-40B4-BE49-F238E27FC236}">
                <a16:creationId xmlns:a16="http://schemas.microsoft.com/office/drawing/2014/main" id="{F4FE81E3-ACE9-29A2-72DA-16E95DC12A9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6379"/>
          <a:stretch/>
        </p:blipFill>
        <p:spPr>
          <a:xfrm>
            <a:off x="5646417" y="617458"/>
            <a:ext cx="3497583" cy="1972192"/>
          </a:xfrm>
          <a:prstGeom prst="rect">
            <a:avLst/>
          </a:prstGeom>
        </p:spPr>
      </p:pic>
      <p:sp>
        <p:nvSpPr>
          <p:cNvPr id="13" name="TextBox 12">
            <a:extLst>
              <a:ext uri="{FF2B5EF4-FFF2-40B4-BE49-F238E27FC236}">
                <a16:creationId xmlns:a16="http://schemas.microsoft.com/office/drawing/2014/main" id="{7DDEA633-F3F0-DA1E-E3CC-5826EE4F570A}"/>
              </a:ext>
            </a:extLst>
          </p:cNvPr>
          <p:cNvSpPr txBox="1"/>
          <p:nvPr/>
        </p:nvSpPr>
        <p:spPr>
          <a:xfrm>
            <a:off x="605845" y="1165451"/>
            <a:ext cx="4572000" cy="923330"/>
          </a:xfrm>
          <a:prstGeom prst="rect">
            <a:avLst/>
          </a:prstGeom>
          <a:noFill/>
        </p:spPr>
        <p:txBody>
          <a:bodyPr wrap="square">
            <a:spAutoFit/>
          </a:bodyPr>
          <a:lstStyle/>
          <a:p>
            <a:pPr marL="342900" indent="-342900">
              <a:buFont typeface="Arial" panose="020B0604020202020204" pitchFamily="34" charset="0"/>
              <a:buChar char="•"/>
            </a:pPr>
            <a:r>
              <a:rPr lang="en-US" sz="1800" dirty="0">
                <a:latin typeface="Nadeem" pitchFamily="2" charset="-78"/>
                <a:cs typeface="Nadeem" pitchFamily="2" charset="-78"/>
              </a:rPr>
              <a:t>Weekly aggregation </a:t>
            </a:r>
          </a:p>
          <a:p>
            <a:pPr marL="342900" indent="-342900">
              <a:buFont typeface="Arial" panose="020B0604020202020204" pitchFamily="34" charset="0"/>
              <a:buChar char="•"/>
            </a:pPr>
            <a:r>
              <a:rPr lang="en-US" sz="1800" dirty="0">
                <a:latin typeface="Nadeem" pitchFamily="2" charset="-78"/>
                <a:cs typeface="Nadeem" pitchFamily="2" charset="-78"/>
              </a:rPr>
              <a:t>2016–2025 </a:t>
            </a:r>
          </a:p>
          <a:p>
            <a:pPr marL="342900" indent="-342900">
              <a:buFont typeface="Arial" panose="020B0604020202020204" pitchFamily="34" charset="0"/>
              <a:buChar char="•"/>
            </a:pPr>
            <a:r>
              <a:rPr lang="en-US" sz="1800" dirty="0">
                <a:latin typeface="Nadeem" pitchFamily="2" charset="-78"/>
                <a:cs typeface="Nadeem" pitchFamily="2" charset="-78"/>
              </a:rPr>
              <a:t>Strong seasonal pattern</a:t>
            </a:r>
            <a:endParaRPr lang="en-LB" sz="1800" dirty="0">
              <a:latin typeface="Nadeem" pitchFamily="2" charset="-78"/>
              <a:cs typeface="Nadeem" pitchFamily="2" charset="-78"/>
            </a:endParaRPr>
          </a:p>
        </p:txBody>
      </p:sp>
    </p:spTree>
    <p:extLst>
      <p:ext uri="{BB962C8B-B14F-4D97-AF65-F5344CB8AC3E}">
        <p14:creationId xmlns:p14="http://schemas.microsoft.com/office/powerpoint/2010/main" val="170421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1C7D695-859F-D5A3-3E6F-C8228672318F}"/>
              </a:ext>
            </a:extLst>
          </p:cNvPr>
          <p:cNvSpPr txBox="1">
            <a:spLocks/>
          </p:cNvSpPr>
          <p:nvPr/>
        </p:nvSpPr>
        <p:spPr>
          <a:xfrm>
            <a:off x="164125" y="6590810"/>
            <a:ext cx="1071153" cy="365125"/>
          </a:xfrm>
          <a:prstGeom prst="rect">
            <a:avLst/>
          </a:prstGeom>
        </p:spPr>
        <p:txBody>
          <a:bodyPr vert="horz" wrap="square" lIns="91440" tIns="45720" rIns="91440" bIns="45720" numCol="1" anchor="t" anchorCtr="0" compatLnSpc="1">
            <a:prstTxWarp prst="textNoShape">
              <a:avLst/>
            </a:prstTxWarp>
            <a:normAutofit/>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spcAft>
                <a:spcPts val="600"/>
              </a:spcAft>
            </a:pPr>
            <a:r>
              <a:rPr lang="en-US" altLang="en-US" sz="1000" dirty="0">
                <a:solidFill>
                  <a:schemeClr val="bg1"/>
                </a:solidFill>
                <a:latin typeface="+mn-lt"/>
              </a:rPr>
              <a:t>MDP26-19</a:t>
            </a:r>
            <a:endParaRPr lang="fr-FR" altLang="en-US" sz="1000" dirty="0">
              <a:solidFill>
                <a:schemeClr val="bg1"/>
              </a:solidFill>
              <a:latin typeface="+mn-lt"/>
            </a:endParaRPr>
          </a:p>
        </p:txBody>
      </p:sp>
      <p:sp>
        <p:nvSpPr>
          <p:cNvPr id="8" name="Footer Placeholder 4">
            <a:extLst>
              <a:ext uri="{FF2B5EF4-FFF2-40B4-BE49-F238E27FC236}">
                <a16:creationId xmlns:a16="http://schemas.microsoft.com/office/drawing/2014/main" id="{9A0C1927-83D2-9A6C-8554-2D34447D340A}"/>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pic>
        <p:nvPicPr>
          <p:cNvPr id="9" name="Picture 8" descr="A graph of a graph&#10;&#10;Description automatically generated">
            <a:extLst>
              <a:ext uri="{FF2B5EF4-FFF2-40B4-BE49-F238E27FC236}">
                <a16:creationId xmlns:a16="http://schemas.microsoft.com/office/drawing/2014/main" id="{7D769365-B99A-8C84-D02E-BA9228C58F7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1527"/>
          <a:stretch/>
        </p:blipFill>
        <p:spPr>
          <a:xfrm>
            <a:off x="-1" y="400329"/>
            <a:ext cx="6155473" cy="2862636"/>
          </a:xfrm>
          <a:prstGeom prst="rect">
            <a:avLst/>
          </a:prstGeom>
        </p:spPr>
      </p:pic>
      <p:pic>
        <p:nvPicPr>
          <p:cNvPr id="11" name="Picture 10" descr="A graph of a graph&#10;&#10;Description automatically generated">
            <a:extLst>
              <a:ext uri="{FF2B5EF4-FFF2-40B4-BE49-F238E27FC236}">
                <a16:creationId xmlns:a16="http://schemas.microsoft.com/office/drawing/2014/main" id="{32CF58EC-5B30-A078-AAAF-73776C639CC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12338" r="11054"/>
          <a:stretch/>
        </p:blipFill>
        <p:spPr>
          <a:xfrm>
            <a:off x="-60285" y="3391257"/>
            <a:ext cx="6032112" cy="3199553"/>
          </a:xfrm>
          <a:prstGeom prst="rect">
            <a:avLst/>
          </a:prstGeom>
        </p:spPr>
      </p:pic>
      <p:pic>
        <p:nvPicPr>
          <p:cNvPr id="12" name="Picture 11" descr="A graph of a graph&#10;&#10;Description automatically generated">
            <a:extLst>
              <a:ext uri="{FF2B5EF4-FFF2-40B4-BE49-F238E27FC236}">
                <a16:creationId xmlns:a16="http://schemas.microsoft.com/office/drawing/2014/main" id="{ECCE4F0F-26D2-33BA-044C-26ED23A525A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88432" t="12350" b="74487"/>
          <a:stretch/>
        </p:blipFill>
        <p:spPr>
          <a:xfrm>
            <a:off x="4696305" y="3443075"/>
            <a:ext cx="1056095" cy="646771"/>
          </a:xfrm>
          <a:prstGeom prst="rect">
            <a:avLst/>
          </a:prstGeom>
        </p:spPr>
      </p:pic>
      <p:pic>
        <p:nvPicPr>
          <p:cNvPr id="13" name="Picture 12" descr="A graph of a graph&#10;&#10;Description automatically generated">
            <a:extLst>
              <a:ext uri="{FF2B5EF4-FFF2-40B4-BE49-F238E27FC236}">
                <a16:creationId xmlns:a16="http://schemas.microsoft.com/office/drawing/2014/main" id="{891D33D1-81A7-F83B-B248-65DA3C219DC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804" r="50017" b="89152"/>
          <a:stretch/>
        </p:blipFill>
        <p:spPr>
          <a:xfrm>
            <a:off x="362066" y="3262965"/>
            <a:ext cx="2888166" cy="365125"/>
          </a:xfrm>
          <a:prstGeom prst="rect">
            <a:avLst/>
          </a:prstGeom>
        </p:spPr>
      </p:pic>
      <p:pic>
        <p:nvPicPr>
          <p:cNvPr id="14" name="Picture 13" descr="A graph of a graph&#10;&#10;Description automatically generated">
            <a:extLst>
              <a:ext uri="{FF2B5EF4-FFF2-40B4-BE49-F238E27FC236}">
                <a16:creationId xmlns:a16="http://schemas.microsoft.com/office/drawing/2014/main" id="{A334A83A-9222-9592-B67B-DE2155BA538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510" r="70533" b="93279"/>
          <a:stretch/>
        </p:blipFill>
        <p:spPr>
          <a:xfrm>
            <a:off x="613317" y="400329"/>
            <a:ext cx="1505416" cy="213092"/>
          </a:xfrm>
          <a:prstGeom prst="rect">
            <a:avLst/>
          </a:prstGeom>
        </p:spPr>
      </p:pic>
      <p:sp>
        <p:nvSpPr>
          <p:cNvPr id="2" name="Title 1">
            <a:extLst>
              <a:ext uri="{FF2B5EF4-FFF2-40B4-BE49-F238E27FC236}">
                <a16:creationId xmlns:a16="http://schemas.microsoft.com/office/drawing/2014/main" id="{C0FA9525-AAA2-4712-73BE-85DB0C84DBA0}"/>
              </a:ext>
            </a:extLst>
          </p:cNvPr>
          <p:cNvSpPr>
            <a:spLocks noGrp="1"/>
          </p:cNvSpPr>
          <p:nvPr>
            <p:ph type="title"/>
          </p:nvPr>
        </p:nvSpPr>
        <p:spPr>
          <a:xfrm>
            <a:off x="6160815" y="695797"/>
            <a:ext cx="6254205" cy="1833154"/>
          </a:xfrm>
        </p:spPr>
        <p:txBody>
          <a:bodyPr/>
          <a:lstStyle/>
          <a:p>
            <a:pPr algn="l"/>
            <a:r>
              <a:rPr lang="en-LB" sz="2800" dirty="0">
                <a:solidFill>
                  <a:srgbClr val="0A1C72"/>
                </a:solidFill>
                <a:latin typeface="Nadeem" pitchFamily="2" charset="-78"/>
                <a:cs typeface="Nadeem" pitchFamily="2" charset="-78"/>
              </a:rPr>
              <a:t>Data </a:t>
            </a:r>
            <a:br>
              <a:rPr lang="en-LB" sz="2800" dirty="0">
                <a:solidFill>
                  <a:srgbClr val="0A1C72"/>
                </a:solidFill>
                <a:latin typeface="Nadeem" pitchFamily="2" charset="-78"/>
                <a:cs typeface="Nadeem" pitchFamily="2" charset="-78"/>
              </a:rPr>
            </a:br>
            <a:r>
              <a:rPr lang="en-LB" sz="2800" dirty="0">
                <a:solidFill>
                  <a:srgbClr val="0A1C72"/>
                </a:solidFill>
                <a:latin typeface="Nadeem" pitchFamily="2" charset="-78"/>
                <a:cs typeface="Nadeem" pitchFamily="2" charset="-78"/>
              </a:rPr>
              <a:t>Understanding</a:t>
            </a:r>
          </a:p>
        </p:txBody>
      </p:sp>
      <p:sp>
        <p:nvSpPr>
          <p:cNvPr id="15" name="TextBox 14">
            <a:extLst>
              <a:ext uri="{FF2B5EF4-FFF2-40B4-BE49-F238E27FC236}">
                <a16:creationId xmlns:a16="http://schemas.microsoft.com/office/drawing/2014/main" id="{3DCC3592-82CA-6C6D-4A17-AD58088263C9}"/>
              </a:ext>
            </a:extLst>
          </p:cNvPr>
          <p:cNvSpPr txBox="1"/>
          <p:nvPr/>
        </p:nvSpPr>
        <p:spPr>
          <a:xfrm>
            <a:off x="6032112" y="1646393"/>
            <a:ext cx="4080647" cy="1077218"/>
          </a:xfrm>
          <a:prstGeom prst="rect">
            <a:avLst/>
          </a:prstGeom>
          <a:noFill/>
        </p:spPr>
        <p:txBody>
          <a:bodyPr wrap="square">
            <a:spAutoFit/>
          </a:bodyPr>
          <a:lstStyle/>
          <a:p>
            <a:pPr marL="342900" indent="-342900">
              <a:buFont typeface="Arial" panose="020B0604020202020204" pitchFamily="34" charset="0"/>
              <a:buChar char="•"/>
            </a:pPr>
            <a:r>
              <a:rPr lang="en-US" sz="1600" dirty="0">
                <a:latin typeface="Nadeem" pitchFamily="2" charset="-78"/>
                <a:cs typeface="Nadeem" pitchFamily="2" charset="-78"/>
              </a:rPr>
              <a:t>MODIS = smoother (time) </a:t>
            </a:r>
          </a:p>
          <a:p>
            <a:pPr marL="342900" indent="-342900">
              <a:buFont typeface="Arial" panose="020B0604020202020204" pitchFamily="34" charset="0"/>
              <a:buChar char="•"/>
            </a:pPr>
            <a:r>
              <a:rPr lang="en-US" sz="1600" dirty="0">
                <a:latin typeface="Nadeem" pitchFamily="2" charset="-78"/>
                <a:cs typeface="Nadeem" pitchFamily="2" charset="-78"/>
              </a:rPr>
              <a:t>Sentinel = detailed (space) </a:t>
            </a:r>
          </a:p>
          <a:p>
            <a:pPr marL="342900" indent="-342900">
              <a:buFont typeface="Arial" panose="020B0604020202020204" pitchFamily="34" charset="0"/>
              <a:buChar char="•"/>
            </a:pPr>
            <a:r>
              <a:rPr lang="en-US" sz="1600" dirty="0">
                <a:latin typeface="Nadeem" pitchFamily="2" charset="-78"/>
                <a:cs typeface="Nadeem" pitchFamily="2" charset="-78"/>
              </a:rPr>
              <a:t>Higher altitude = longer snow persistence</a:t>
            </a:r>
            <a:endParaRPr lang="en-LB" sz="1600" dirty="0">
              <a:latin typeface="Nadeem" pitchFamily="2" charset="-78"/>
              <a:cs typeface="Nadeem" pitchFamily="2" charset="-78"/>
            </a:endParaRPr>
          </a:p>
        </p:txBody>
      </p:sp>
      <p:pic>
        <p:nvPicPr>
          <p:cNvPr id="16" name="Picture 15" descr="A graph of a graph&#10;&#10;Description automatically generated">
            <a:extLst>
              <a:ext uri="{FF2B5EF4-FFF2-40B4-BE49-F238E27FC236}">
                <a16:creationId xmlns:a16="http://schemas.microsoft.com/office/drawing/2014/main" id="{31CE16C8-FAEB-442F-6386-7351B72BD7F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17538" y="2843940"/>
            <a:ext cx="2220990" cy="1170119"/>
          </a:xfrm>
          <a:prstGeom prst="rect">
            <a:avLst/>
          </a:prstGeom>
        </p:spPr>
      </p:pic>
      <p:pic>
        <p:nvPicPr>
          <p:cNvPr id="17" name="Picture 16" descr="A graph of a graph&#10;&#10;Description automatically generated">
            <a:extLst>
              <a:ext uri="{FF2B5EF4-FFF2-40B4-BE49-F238E27FC236}">
                <a16:creationId xmlns:a16="http://schemas.microsoft.com/office/drawing/2014/main" id="{336EBBB2-CE94-3D78-E3E3-75DAEB9BFCF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76221" y="4060510"/>
            <a:ext cx="2326645" cy="1212424"/>
          </a:xfrm>
          <a:prstGeom prst="rect">
            <a:avLst/>
          </a:prstGeom>
        </p:spPr>
      </p:pic>
      <p:pic>
        <p:nvPicPr>
          <p:cNvPr id="18" name="Picture 17" descr="A graph of a graph&#10;&#10;Description automatically generated with medium confidence">
            <a:extLst>
              <a:ext uri="{FF2B5EF4-FFF2-40B4-BE49-F238E27FC236}">
                <a16:creationId xmlns:a16="http://schemas.microsoft.com/office/drawing/2014/main" id="{2CFA9709-4532-7F14-B256-1176D2903CC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476222" y="5318348"/>
            <a:ext cx="2326645" cy="1227048"/>
          </a:xfrm>
          <a:prstGeom prst="rect">
            <a:avLst/>
          </a:prstGeom>
        </p:spPr>
      </p:pic>
    </p:spTree>
    <p:extLst>
      <p:ext uri="{BB962C8B-B14F-4D97-AF65-F5344CB8AC3E}">
        <p14:creationId xmlns:p14="http://schemas.microsoft.com/office/powerpoint/2010/main" val="1563693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1C7D695-859F-D5A3-3E6F-C8228672318F}"/>
              </a:ext>
            </a:extLst>
          </p:cNvPr>
          <p:cNvSpPr txBox="1">
            <a:spLocks/>
          </p:cNvSpPr>
          <p:nvPr/>
        </p:nvSpPr>
        <p:spPr>
          <a:xfrm>
            <a:off x="164125" y="6590810"/>
            <a:ext cx="1071153" cy="365125"/>
          </a:xfrm>
          <a:prstGeom prst="rect">
            <a:avLst/>
          </a:prstGeom>
        </p:spPr>
        <p:txBody>
          <a:bodyPr vert="horz" wrap="square" lIns="91440" tIns="45720" rIns="91440" bIns="45720" numCol="1" anchor="t" anchorCtr="0" compatLnSpc="1">
            <a:prstTxWarp prst="textNoShape">
              <a:avLst/>
            </a:prstTxWarp>
            <a:normAutofit/>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spcAft>
                <a:spcPts val="600"/>
              </a:spcAft>
            </a:pPr>
            <a:r>
              <a:rPr lang="en-US" altLang="en-US" sz="1000" dirty="0">
                <a:solidFill>
                  <a:schemeClr val="bg1"/>
                </a:solidFill>
                <a:latin typeface="+mn-lt"/>
              </a:rPr>
              <a:t>MDP26-19</a:t>
            </a:r>
            <a:endParaRPr lang="fr-FR" altLang="en-US" sz="1000" dirty="0">
              <a:solidFill>
                <a:schemeClr val="bg1"/>
              </a:solidFill>
              <a:latin typeface="+mn-lt"/>
            </a:endParaRPr>
          </a:p>
        </p:txBody>
      </p:sp>
      <p:sp>
        <p:nvSpPr>
          <p:cNvPr id="8" name="Footer Placeholder 4">
            <a:extLst>
              <a:ext uri="{FF2B5EF4-FFF2-40B4-BE49-F238E27FC236}">
                <a16:creationId xmlns:a16="http://schemas.microsoft.com/office/drawing/2014/main" id="{9A0C1927-83D2-9A6C-8554-2D34447D340A}"/>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sp>
        <p:nvSpPr>
          <p:cNvPr id="10" name="Title 1">
            <a:extLst>
              <a:ext uri="{FF2B5EF4-FFF2-40B4-BE49-F238E27FC236}">
                <a16:creationId xmlns:a16="http://schemas.microsoft.com/office/drawing/2014/main" id="{691593A7-2566-16C6-9658-049C0C7A20BE}"/>
              </a:ext>
            </a:extLst>
          </p:cNvPr>
          <p:cNvSpPr txBox="1">
            <a:spLocks/>
          </p:cNvSpPr>
          <p:nvPr/>
        </p:nvSpPr>
        <p:spPr>
          <a:xfrm>
            <a:off x="618658" y="399044"/>
            <a:ext cx="6254205" cy="1833154"/>
          </a:xfrm>
          <a:prstGeom prst="rect">
            <a:avLst/>
          </a:prstGeom>
        </p:spPr>
        <p:txBody>
          <a:bodyPr vert="horz"/>
          <a:lstStyle>
            <a:lvl1pPr algn="r" defTabSz="457200" rtl="0" eaLnBrk="0" fontAlgn="base" hangingPunct="0">
              <a:spcBef>
                <a:spcPct val="0"/>
              </a:spcBef>
              <a:spcAft>
                <a:spcPct val="0"/>
              </a:spcAft>
              <a:buClr>
                <a:srgbClr val="17375E"/>
              </a:buClr>
              <a:buFont typeface="Wingdings" charset="2"/>
              <a:defRPr lang="fr-FR" sz="3200" b="1" i="0" kern="1200" dirty="0">
                <a:solidFill>
                  <a:schemeClr val="tx1"/>
                </a:solidFill>
                <a:latin typeface="Arial" charset="0"/>
                <a:ea typeface="Arial" charset="0"/>
                <a:cs typeface="Arial" charset="0"/>
              </a:defRPr>
            </a:lvl1pPr>
            <a:lvl2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2pPr>
            <a:lvl3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3pPr>
            <a:lvl4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4pPr>
            <a:lvl5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5pPr>
            <a:lvl6pPr marL="10287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6pPr>
            <a:lvl7pPr marL="14859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7pPr>
            <a:lvl8pPr marL="19431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8pPr>
            <a:lvl9pPr marL="24003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9pPr>
          </a:lstStyle>
          <a:p>
            <a:pPr algn="l"/>
            <a:r>
              <a:rPr lang="en-LB" sz="2800" dirty="0">
                <a:solidFill>
                  <a:srgbClr val="0A1C72"/>
                </a:solidFill>
                <a:latin typeface="Nadeem" pitchFamily="2" charset="-78"/>
                <a:cs typeface="Nadeem" pitchFamily="2" charset="-78"/>
              </a:rPr>
              <a:t>Dataset + Features</a:t>
            </a:r>
          </a:p>
        </p:txBody>
      </p:sp>
      <p:pic>
        <p:nvPicPr>
          <p:cNvPr id="11" name="Picture 10" descr="A table of numbers and letters&#10;&#10;Description automatically generated">
            <a:extLst>
              <a:ext uri="{FF2B5EF4-FFF2-40B4-BE49-F238E27FC236}">
                <a16:creationId xmlns:a16="http://schemas.microsoft.com/office/drawing/2014/main" id="{6FE76B69-E81A-8E65-CB28-3109CEA13D3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 b="59585"/>
          <a:stretch/>
        </p:blipFill>
        <p:spPr>
          <a:xfrm>
            <a:off x="3464" y="819280"/>
            <a:ext cx="9140536" cy="1712047"/>
          </a:xfrm>
          <a:prstGeom prst="rect">
            <a:avLst/>
          </a:prstGeom>
        </p:spPr>
      </p:pic>
      <p:graphicFrame>
        <p:nvGraphicFramePr>
          <p:cNvPr id="5" name="Table 4">
            <a:extLst>
              <a:ext uri="{FF2B5EF4-FFF2-40B4-BE49-F238E27FC236}">
                <a16:creationId xmlns:a16="http://schemas.microsoft.com/office/drawing/2014/main" id="{2472FD49-5190-F3F9-7E76-28E7930710B5}"/>
              </a:ext>
            </a:extLst>
          </p:cNvPr>
          <p:cNvGraphicFramePr>
            <a:graphicFrameLocks noGrp="1"/>
          </p:cNvGraphicFramePr>
          <p:nvPr>
            <p:extLst>
              <p:ext uri="{D42A27DB-BD31-4B8C-83A1-F6EECF244321}">
                <p14:modId xmlns:p14="http://schemas.microsoft.com/office/powerpoint/2010/main" val="3245565656"/>
              </p:ext>
            </p:extLst>
          </p:nvPr>
        </p:nvGraphicFramePr>
        <p:xfrm>
          <a:off x="710538" y="2756973"/>
          <a:ext cx="7410220" cy="2265500"/>
        </p:xfrm>
        <a:graphic>
          <a:graphicData uri="http://schemas.openxmlformats.org/drawingml/2006/table">
            <a:tbl>
              <a:tblPr firstRow="1" firstCol="1" bandRow="1">
                <a:tableStyleId>{5940675A-B579-460E-94D1-54222C63F5DA}</a:tableStyleId>
              </a:tblPr>
              <a:tblGrid>
                <a:gridCol w="3705110">
                  <a:extLst>
                    <a:ext uri="{9D8B030D-6E8A-4147-A177-3AD203B41FA5}">
                      <a16:colId xmlns:a16="http://schemas.microsoft.com/office/drawing/2014/main" val="4200696457"/>
                    </a:ext>
                  </a:extLst>
                </a:gridCol>
                <a:gridCol w="3705110">
                  <a:extLst>
                    <a:ext uri="{9D8B030D-6E8A-4147-A177-3AD203B41FA5}">
                      <a16:colId xmlns:a16="http://schemas.microsoft.com/office/drawing/2014/main" val="3276414941"/>
                    </a:ext>
                  </a:extLst>
                </a:gridCol>
              </a:tblGrid>
              <a:tr h="231055">
                <a:tc>
                  <a:txBody>
                    <a:bodyPr/>
                    <a:lstStyle/>
                    <a:p>
                      <a:pPr algn="ctr"/>
                      <a:r>
                        <a:rPr lang="en-LB" sz="1400" b="1" dirty="0">
                          <a:effectLst/>
                          <a:latin typeface="Nadeem" pitchFamily="2" charset="-78"/>
                          <a:cs typeface="Nadeem" pitchFamily="2" charset="-78"/>
                        </a:rPr>
                        <a:t>Feature Category</a:t>
                      </a:r>
                      <a:endParaRPr lang="en-LB" sz="16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1">
                        <a:lumMod val="20000"/>
                        <a:lumOff val="80000"/>
                      </a:schemeClr>
                    </a:solidFill>
                  </a:tcPr>
                </a:tc>
                <a:tc>
                  <a:txBody>
                    <a:bodyPr/>
                    <a:lstStyle/>
                    <a:p>
                      <a:pPr algn="ctr"/>
                      <a:r>
                        <a:rPr lang="en-LB" sz="1400" b="1" dirty="0">
                          <a:effectLst/>
                          <a:latin typeface="Nadeem" pitchFamily="2" charset="-78"/>
                          <a:cs typeface="Nadeem" pitchFamily="2" charset="-78"/>
                        </a:rPr>
                        <a:t>Variables</a:t>
                      </a:r>
                      <a:endParaRPr lang="en-LB" sz="16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1">
                        <a:lumMod val="20000"/>
                        <a:lumOff val="80000"/>
                      </a:schemeClr>
                    </a:solidFill>
                  </a:tcPr>
                </a:tc>
                <a:extLst>
                  <a:ext uri="{0D108BD9-81ED-4DB2-BD59-A6C34878D82A}">
                    <a16:rowId xmlns:a16="http://schemas.microsoft.com/office/drawing/2014/main" val="2951328171"/>
                  </a:ext>
                </a:extLst>
              </a:tr>
              <a:tr h="216908">
                <a:tc>
                  <a:txBody>
                    <a:bodyPr/>
                    <a:lstStyle/>
                    <a:p>
                      <a:r>
                        <a:rPr lang="en-LB" sz="1400">
                          <a:effectLst/>
                          <a:latin typeface="Nadeem" pitchFamily="2" charset="-78"/>
                          <a:cs typeface="Nadeem" pitchFamily="2" charset="-78"/>
                        </a:rPr>
                        <a:t>Seasonal encoding</a:t>
                      </a:r>
                      <a:endParaRPr lang="en-LB" sz="16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week_sin, week_cos</a:t>
                      </a:r>
                      <a:endParaRPr lang="en-LB" sz="16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161114815"/>
                  </a:ext>
                </a:extLst>
              </a:tr>
              <a:tr h="242593">
                <a:tc>
                  <a:txBody>
                    <a:bodyPr/>
                    <a:lstStyle/>
                    <a:p>
                      <a:r>
                        <a:rPr lang="en-LB" sz="1400">
                          <a:effectLst/>
                          <a:latin typeface="Nadeem" pitchFamily="2" charset="-78"/>
                          <a:cs typeface="Nadeem" pitchFamily="2" charset="-78"/>
                        </a:rPr>
                        <a:t>Persistence</a:t>
                      </a:r>
                      <a:endParaRPr lang="en-LB" sz="16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snow_last_week, snow_last_2weeks</a:t>
                      </a:r>
                      <a:endParaRPr lang="en-LB" sz="16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1259480077"/>
                  </a:ext>
                </a:extLst>
              </a:tr>
              <a:tr h="231055">
                <a:tc>
                  <a:txBody>
                    <a:bodyPr/>
                    <a:lstStyle/>
                    <a:p>
                      <a:r>
                        <a:rPr lang="en-LB" sz="1400">
                          <a:effectLst/>
                          <a:latin typeface="Nadeem" pitchFamily="2" charset="-78"/>
                          <a:cs typeface="Nadeem" pitchFamily="2" charset="-78"/>
                        </a:rPr>
                        <a:t>Change dynamics</a:t>
                      </a:r>
                      <a:endParaRPr lang="en-LB" sz="16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snow_change_ratio</a:t>
                      </a:r>
                      <a:endParaRPr lang="en-LB" sz="16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2108439553"/>
                  </a:ext>
                </a:extLst>
              </a:tr>
              <a:tr h="216908">
                <a:tc>
                  <a:txBody>
                    <a:bodyPr/>
                    <a:lstStyle/>
                    <a:p>
                      <a:r>
                        <a:rPr lang="en-LB" sz="1400">
                          <a:effectLst/>
                          <a:latin typeface="Nadeem" pitchFamily="2" charset="-78"/>
                          <a:cs typeface="Nadeem" pitchFamily="2" charset="-78"/>
                        </a:rPr>
                        <a:t>Aggregated snow signal</a:t>
                      </a:r>
                      <a:endParaRPr lang="en-LB" sz="16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snow_mean</a:t>
                      </a:r>
                      <a:endParaRPr lang="en-LB" sz="16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2941238160"/>
                  </a:ext>
                </a:extLst>
              </a:tr>
              <a:tr h="231055">
                <a:tc>
                  <a:txBody>
                    <a:bodyPr/>
                    <a:lstStyle/>
                    <a:p>
                      <a:r>
                        <a:rPr lang="en-LB" sz="1400">
                          <a:effectLst/>
                          <a:latin typeface="Nadeem" pitchFamily="2" charset="-78"/>
                          <a:cs typeface="Nadeem" pitchFamily="2" charset="-78"/>
                        </a:rPr>
                        <a:t>Temporal derivatives</a:t>
                      </a:r>
                      <a:endParaRPr lang="en-LB" sz="16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snow_gradient, snow_acceleration</a:t>
                      </a:r>
                      <a:endParaRPr lang="en-LB" sz="16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2160683570"/>
                  </a:ext>
                </a:extLst>
              </a:tr>
              <a:tr h="231055">
                <a:tc>
                  <a:txBody>
                    <a:bodyPr/>
                    <a:lstStyle/>
                    <a:p>
                      <a:r>
                        <a:rPr lang="en-LB" sz="1400">
                          <a:effectLst/>
                          <a:latin typeface="Nadeem" pitchFamily="2" charset="-78"/>
                          <a:cs typeface="Nadeem" pitchFamily="2" charset="-78"/>
                        </a:rPr>
                        <a:t>Sentinel-2 snow coverage</a:t>
                      </a:r>
                      <a:endParaRPr lang="en-LB" sz="16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3 altitude bands</a:t>
                      </a:r>
                      <a:endParaRPr lang="en-LB" sz="16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1071965500"/>
                  </a:ext>
                </a:extLst>
              </a:tr>
              <a:tr h="216908">
                <a:tc>
                  <a:txBody>
                    <a:bodyPr/>
                    <a:lstStyle/>
                    <a:p>
                      <a:r>
                        <a:rPr lang="en-LB" sz="1400">
                          <a:effectLst/>
                          <a:latin typeface="Nadeem" pitchFamily="2" charset="-78"/>
                          <a:cs typeface="Nadeem" pitchFamily="2" charset="-78"/>
                        </a:rPr>
                        <a:t>MODIS snow coverage</a:t>
                      </a:r>
                      <a:endParaRPr lang="en-LB" sz="16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3 altitude bands</a:t>
                      </a:r>
                      <a:endParaRPr lang="en-LB" sz="16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2490270159"/>
                  </a:ext>
                </a:extLst>
              </a:tr>
              <a:tr h="231055">
                <a:tc>
                  <a:txBody>
                    <a:bodyPr/>
                    <a:lstStyle/>
                    <a:p>
                      <a:r>
                        <a:rPr lang="en-LB" sz="1400">
                          <a:effectLst/>
                          <a:latin typeface="Nadeem" pitchFamily="2" charset="-78"/>
                          <a:cs typeface="Nadeem" pitchFamily="2" charset="-78"/>
                        </a:rPr>
                        <a:t>Temperature</a:t>
                      </a:r>
                      <a:endParaRPr lang="en-LB" sz="16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3 altitude bands</a:t>
                      </a:r>
                      <a:endParaRPr lang="en-LB" sz="16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1511746676"/>
                  </a:ext>
                </a:extLst>
              </a:tr>
              <a:tr h="216908">
                <a:tc>
                  <a:txBody>
                    <a:bodyPr/>
                    <a:lstStyle/>
                    <a:p>
                      <a:r>
                        <a:rPr lang="en-LB" sz="1400">
                          <a:effectLst/>
                          <a:latin typeface="Nadeem" pitchFamily="2" charset="-78"/>
                          <a:cs typeface="Nadeem" pitchFamily="2" charset="-78"/>
                        </a:rPr>
                        <a:t>Precipitation</a:t>
                      </a:r>
                      <a:endParaRPr lang="en-LB" sz="16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dirty="0">
                          <a:effectLst/>
                          <a:latin typeface="Nadeem" pitchFamily="2" charset="-78"/>
                          <a:cs typeface="Nadeem" pitchFamily="2" charset="-78"/>
                        </a:rPr>
                        <a:t>3 altitude bands</a:t>
                      </a:r>
                      <a:endParaRPr lang="en-LB" sz="1600" dirty="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628367410"/>
                  </a:ext>
                </a:extLst>
              </a:tr>
            </a:tbl>
          </a:graphicData>
        </a:graphic>
      </p:graphicFrame>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48BCDA30-B71D-0291-720C-6BF6AFEF7A1E}"/>
                  </a:ext>
                </a:extLst>
              </p:cNvPr>
              <p:cNvSpPr txBox="1"/>
              <p:nvPr/>
            </p:nvSpPr>
            <p:spPr>
              <a:xfrm>
                <a:off x="407019" y="5176629"/>
                <a:ext cx="8329961" cy="1260025"/>
              </a:xfrm>
              <a:prstGeom prst="rect">
                <a:avLst/>
              </a:prstGeom>
              <a:noFill/>
            </p:spPr>
            <p:txBody>
              <a:bodyPr wrap="square">
                <a:spAutoFit/>
              </a:bodyPr>
              <a:lstStyle/>
              <a:p>
                <a:r>
                  <a:rPr lang="en-LB" sz="1400" dirty="0">
                    <a:effectLst/>
                    <a:latin typeface="Nadeem" pitchFamily="2" charset="-78"/>
                    <a:ea typeface="Times New Roman" panose="02020603050405020304" pitchFamily="18" charset="0"/>
                    <a:cs typeface="Nadeem" pitchFamily="2" charset="-78"/>
                  </a:rPr>
                  <a:t>The transformation standardizes each feature according to:    </a:t>
                </a:r>
                <a14:m>
                  <m:oMath xmlns:m="http://schemas.openxmlformats.org/officeDocument/2006/math">
                    <m:r>
                      <a:rPr lang="en-LB" sz="1400" i="1">
                        <a:effectLst/>
                        <a:latin typeface="Cambria Math" panose="02040503050406030204" pitchFamily="18" charset="0"/>
                        <a:ea typeface="Times New Roman" panose="02020603050405020304" pitchFamily="18" charset="0"/>
                      </a:rPr>
                      <m:t>𝑍</m:t>
                    </m:r>
                    <m:r>
                      <a:rPr lang="en-LB" sz="1400" i="1">
                        <a:effectLst/>
                        <a:latin typeface="Cambria Math" panose="02040503050406030204" pitchFamily="18" charset="0"/>
                        <a:ea typeface="Times New Roman" panose="02020603050405020304" pitchFamily="18" charset="0"/>
                      </a:rPr>
                      <m:t>=</m:t>
                    </m:r>
                    <m:f>
                      <m:fPr>
                        <m:ctrlPr>
                          <a:rPr lang="en-LB" sz="1400" i="1">
                            <a:effectLst/>
                            <a:latin typeface="Cambria Math" panose="02040503050406030204" pitchFamily="18" charset="0"/>
                            <a:ea typeface="Times New Roman" panose="02020603050405020304" pitchFamily="18" charset="0"/>
                          </a:rPr>
                        </m:ctrlPr>
                      </m:fPr>
                      <m:num>
                        <m:r>
                          <a:rPr lang="en-LB" sz="1400" i="1">
                            <a:effectLst/>
                            <a:latin typeface="Cambria Math" panose="02040503050406030204" pitchFamily="18" charset="0"/>
                            <a:ea typeface="Times New Roman" panose="02020603050405020304" pitchFamily="18" charset="0"/>
                          </a:rPr>
                          <m:t>𝑋</m:t>
                        </m:r>
                        <m:r>
                          <a:rPr lang="en-LB" sz="1400" i="1">
                            <a:effectLst/>
                            <a:latin typeface="Cambria Math" panose="02040503050406030204" pitchFamily="18" charset="0"/>
                            <a:ea typeface="Times New Roman" panose="02020603050405020304" pitchFamily="18" charset="0"/>
                          </a:rPr>
                          <m:t>−</m:t>
                        </m:r>
                        <m:r>
                          <a:rPr lang="en-LB" sz="1400" i="1">
                            <a:effectLst/>
                            <a:latin typeface="Cambria Math" panose="02040503050406030204" pitchFamily="18" charset="0"/>
                            <a:ea typeface="Times New Roman" panose="02020603050405020304" pitchFamily="18" charset="0"/>
                          </a:rPr>
                          <m:t>𝜇</m:t>
                        </m:r>
                      </m:num>
                      <m:den>
                        <m:r>
                          <a:rPr lang="en-LB" sz="1400" i="1">
                            <a:effectLst/>
                            <a:latin typeface="Cambria Math" panose="02040503050406030204" pitchFamily="18" charset="0"/>
                            <a:ea typeface="Times New Roman" panose="02020603050405020304" pitchFamily="18" charset="0"/>
                          </a:rPr>
                          <m:t>𝜎</m:t>
                        </m:r>
                      </m:den>
                    </m:f>
                  </m:oMath>
                </a14:m>
                <a:endParaRPr lang="en-LB" sz="1400" dirty="0">
                  <a:effectLst/>
                  <a:latin typeface="Nadeem" pitchFamily="2" charset="-78"/>
                  <a:ea typeface="Times New Roman" panose="02020603050405020304" pitchFamily="18" charset="0"/>
                  <a:cs typeface="Nadeem" pitchFamily="2" charset="-78"/>
                </a:endParaRPr>
              </a:p>
              <a:p>
                <a:r>
                  <a:rPr lang="en-LB" sz="1400" dirty="0">
                    <a:effectLst/>
                    <a:latin typeface="Nadeem" pitchFamily="2" charset="-78"/>
                    <a:ea typeface="Times New Roman" panose="02020603050405020304" pitchFamily="18" charset="0"/>
                    <a:cs typeface="Nadeem" pitchFamily="2" charset="-78"/>
                  </a:rPr>
                  <a:t>where:</a:t>
                </a:r>
              </a:p>
              <a:p>
                <a:pPr marL="342900" lvl="0" indent="-342900">
                  <a:buSzPts val="1000"/>
                  <a:buFont typeface="Symbol" pitchFamily="2" charset="2"/>
                  <a:buChar char=""/>
                  <a:tabLst>
                    <a:tab pos="457200" algn="l"/>
                  </a:tabLst>
                </a:pPr>
                <a14:m>
                  <m:oMath xmlns:m="http://schemas.openxmlformats.org/officeDocument/2006/math">
                    <m:r>
                      <a:rPr lang="en-LB" sz="1400" i="1">
                        <a:effectLst/>
                        <a:latin typeface="Cambria Math" panose="02040503050406030204" pitchFamily="18" charset="0"/>
                        <a:ea typeface="Times New Roman" panose="02020603050405020304" pitchFamily="18" charset="0"/>
                      </a:rPr>
                      <m:t>𝑋</m:t>
                    </m:r>
                  </m:oMath>
                </a14:m>
                <a:r>
                  <a:rPr lang="en-LB" sz="1400" dirty="0">
                    <a:effectLst/>
                    <a:latin typeface="Nadeem" pitchFamily="2" charset="-78"/>
                    <a:ea typeface="Times New Roman" panose="02020603050405020304" pitchFamily="18" charset="0"/>
                    <a:cs typeface="Nadeem" pitchFamily="2" charset="-78"/>
                  </a:rPr>
                  <a:t> is the original feature value </a:t>
                </a:r>
              </a:p>
              <a:p>
                <a:pPr marL="342900" lvl="0" indent="-342900">
                  <a:buSzPts val="1000"/>
                  <a:buFont typeface="Symbol" pitchFamily="2" charset="2"/>
                  <a:buChar char=""/>
                  <a:tabLst>
                    <a:tab pos="457200" algn="l"/>
                  </a:tabLst>
                </a:pPr>
                <a14:m>
                  <m:oMath xmlns:m="http://schemas.openxmlformats.org/officeDocument/2006/math">
                    <m:r>
                      <a:rPr lang="en-LB" sz="1400" i="1">
                        <a:effectLst/>
                        <a:latin typeface="Cambria Math" panose="02040503050406030204" pitchFamily="18" charset="0"/>
                        <a:ea typeface="Times New Roman" panose="02020603050405020304" pitchFamily="18" charset="0"/>
                      </a:rPr>
                      <m:t>𝜇</m:t>
                    </m:r>
                  </m:oMath>
                </a14:m>
                <a:r>
                  <a:rPr lang="en-LB" sz="1400" dirty="0">
                    <a:effectLst/>
                    <a:latin typeface="Nadeem" pitchFamily="2" charset="-78"/>
                    <a:ea typeface="Times New Roman" panose="02020603050405020304" pitchFamily="18" charset="0"/>
                    <a:cs typeface="Nadeem" pitchFamily="2" charset="-78"/>
                  </a:rPr>
                  <a:t> is the feature mean </a:t>
                </a:r>
              </a:p>
              <a:p>
                <a:pPr marL="342900" lvl="0" indent="-342900">
                  <a:buSzPts val="1000"/>
                  <a:buFont typeface="Symbol" pitchFamily="2" charset="2"/>
                  <a:buChar char=""/>
                  <a:tabLst>
                    <a:tab pos="457200" algn="l"/>
                  </a:tabLst>
                </a:pPr>
                <a14:m>
                  <m:oMath xmlns:m="http://schemas.openxmlformats.org/officeDocument/2006/math">
                    <m:r>
                      <a:rPr lang="en-LB" sz="1400" i="1">
                        <a:effectLst/>
                        <a:latin typeface="Cambria Math" panose="02040503050406030204" pitchFamily="18" charset="0"/>
                        <a:ea typeface="Times New Roman" panose="02020603050405020304" pitchFamily="18" charset="0"/>
                      </a:rPr>
                      <m:t>𝜎</m:t>
                    </m:r>
                  </m:oMath>
                </a14:m>
                <a:r>
                  <a:rPr lang="en-LB" sz="1400" dirty="0">
                    <a:effectLst/>
                    <a:latin typeface="Nadeem" pitchFamily="2" charset="-78"/>
                    <a:ea typeface="Times New Roman" panose="02020603050405020304" pitchFamily="18" charset="0"/>
                    <a:cs typeface="Nadeem" pitchFamily="2" charset="-78"/>
                  </a:rPr>
                  <a:t> is the feature standard deviation </a:t>
                </a:r>
              </a:p>
            </p:txBody>
          </p:sp>
        </mc:Choice>
        <mc:Fallback>
          <p:sp>
            <p:nvSpPr>
              <p:cNvPr id="13" name="TextBox 12">
                <a:extLst>
                  <a:ext uri="{FF2B5EF4-FFF2-40B4-BE49-F238E27FC236}">
                    <a16:creationId xmlns:a16="http://schemas.microsoft.com/office/drawing/2014/main" id="{48BCDA30-B71D-0291-720C-6BF6AFEF7A1E}"/>
                  </a:ext>
                </a:extLst>
              </p:cNvPr>
              <p:cNvSpPr txBox="1">
                <a:spLocks noRot="1" noChangeAspect="1" noMove="1" noResize="1" noEditPoints="1" noAdjustHandles="1" noChangeArrowheads="1" noChangeShapeType="1" noTextEdit="1"/>
              </p:cNvSpPr>
              <p:nvPr/>
            </p:nvSpPr>
            <p:spPr>
              <a:xfrm>
                <a:off x="407019" y="5176629"/>
                <a:ext cx="8329961" cy="1260025"/>
              </a:xfrm>
              <a:prstGeom prst="rect">
                <a:avLst/>
              </a:prstGeom>
              <a:blipFill>
                <a:blip r:embed="rId4"/>
                <a:stretch>
                  <a:fillRect l="-305" b="-2000"/>
                </a:stretch>
              </a:blipFill>
            </p:spPr>
            <p:txBody>
              <a:bodyPr/>
              <a:lstStyle/>
              <a:p>
                <a:r>
                  <a:rPr lang="en-LB">
                    <a:noFill/>
                  </a:rPr>
                  <a:t> </a:t>
                </a:r>
              </a:p>
            </p:txBody>
          </p:sp>
        </mc:Fallback>
      </mc:AlternateContent>
    </p:spTree>
    <p:extLst>
      <p:ext uri="{BB962C8B-B14F-4D97-AF65-F5344CB8AC3E}">
        <p14:creationId xmlns:p14="http://schemas.microsoft.com/office/powerpoint/2010/main" val="1537755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DC71FCB1-1C16-F1F9-58EE-447D9662B0FC}"/>
              </a:ext>
            </a:extLst>
          </p:cNvPr>
          <p:cNvGraphicFramePr/>
          <p:nvPr>
            <p:extLst>
              <p:ext uri="{D42A27DB-BD31-4B8C-83A1-F6EECF244321}">
                <p14:modId xmlns:p14="http://schemas.microsoft.com/office/powerpoint/2010/main" val="1428675116"/>
              </p:ext>
            </p:extLst>
          </p:nvPr>
        </p:nvGraphicFramePr>
        <p:xfrm>
          <a:off x="272970" y="966125"/>
          <a:ext cx="5486400" cy="3210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AFD6C24D-5803-5A5A-756F-9F2B00DBA53A}"/>
                  </a:ext>
                </a:extLst>
              </p:cNvPr>
              <p:cNvSpPr txBox="1"/>
              <p:nvPr/>
            </p:nvSpPr>
            <p:spPr>
              <a:xfrm>
                <a:off x="272970" y="1449079"/>
                <a:ext cx="6254205" cy="738664"/>
              </a:xfrm>
              <a:prstGeom prst="rect">
                <a:avLst/>
              </a:prstGeom>
              <a:noFill/>
            </p:spPr>
            <p:txBody>
              <a:bodyPr wrap="square">
                <a:spAutoFit/>
              </a:bodyPr>
              <a:lstStyle/>
              <a:p>
                <a:r>
                  <a:rPr lang="en-LB" sz="1400" dirty="0">
                    <a:effectLst/>
                    <a:latin typeface="Nadeem" pitchFamily="2" charset="-78"/>
                    <a:ea typeface="Times New Roman" panose="02020603050405020304" pitchFamily="18" charset="0"/>
                    <a:cs typeface="Nadeem" pitchFamily="2" charset="-78"/>
                  </a:rPr>
                  <a:t>Mathematically:   </a:t>
                </a:r>
              </a:p>
              <a:p>
                <a:pPr/>
                <a14:m>
                  <m:oMathPara xmlns:m="http://schemas.openxmlformats.org/officeDocument/2006/math">
                    <m:oMathParaPr>
                      <m:jc m:val="left"/>
                    </m:oMathParaPr>
                    <m:oMath xmlns:m="http://schemas.openxmlformats.org/officeDocument/2006/math">
                      <m:sSub>
                        <m:sSubPr>
                          <m:ctrlPr>
                            <a:rPr lang="en-LB" sz="1400" i="1">
                              <a:effectLst/>
                              <a:latin typeface="Cambria Math" panose="02040503050406030204" pitchFamily="18" charset="0"/>
                              <a:ea typeface="Times New Roman" panose="02020603050405020304" pitchFamily="18" charset="0"/>
                            </a:rPr>
                          </m:ctrlPr>
                        </m:sSubPr>
                        <m:e>
                          <m:r>
                            <a:rPr lang="en-LB" sz="1400" i="1">
                              <a:effectLst/>
                              <a:latin typeface="Cambria Math" panose="02040503050406030204" pitchFamily="18" charset="0"/>
                              <a:ea typeface="Times New Roman" panose="02020603050405020304" pitchFamily="18" charset="0"/>
                            </a:rPr>
                            <m:t>𝑋</m:t>
                          </m:r>
                        </m:e>
                        <m:sub>
                          <m:r>
                            <a:rPr lang="en-LB" sz="1400" i="1">
                              <a:effectLst/>
                              <a:latin typeface="Cambria Math" panose="02040503050406030204" pitchFamily="18" charset="0"/>
                              <a:ea typeface="Times New Roman" panose="02020603050405020304" pitchFamily="18" charset="0"/>
                            </a:rPr>
                            <m:t>𝑡</m:t>
                          </m:r>
                        </m:sub>
                      </m:sSub>
                      <m:r>
                        <a:rPr lang="en-LB" sz="1400" i="1">
                          <a:effectLst/>
                          <a:latin typeface="Cambria Math" panose="02040503050406030204" pitchFamily="18" charset="0"/>
                          <a:ea typeface="Times New Roman" panose="02020603050405020304" pitchFamily="18" charset="0"/>
                        </a:rPr>
                        <m:t>=</m:t>
                      </m:r>
                      <m:d>
                        <m:dPr>
                          <m:begChr m:val="["/>
                          <m:endChr m:val="]"/>
                          <m:ctrlPr>
                            <a:rPr lang="en-LB" sz="1400" i="1">
                              <a:effectLst/>
                              <a:latin typeface="Cambria Math" panose="02040503050406030204" pitchFamily="18" charset="0"/>
                              <a:ea typeface="Times New Roman" panose="02020603050405020304" pitchFamily="18" charset="0"/>
                            </a:rPr>
                          </m:ctrlPr>
                        </m:dPr>
                        <m:e>
                          <m:r>
                            <a:rPr lang="en-LB" sz="1400" i="1">
                              <a:effectLst/>
                              <a:latin typeface="Cambria Math" panose="02040503050406030204" pitchFamily="18" charset="0"/>
                              <a:ea typeface="Times New Roman" panose="02020603050405020304" pitchFamily="18" charset="0"/>
                            </a:rPr>
                            <m:t> </m:t>
                          </m:r>
                          <m:r>
                            <a:rPr lang="en-LB" sz="1400" i="1">
                              <a:effectLst/>
                              <a:latin typeface="Cambria Math" panose="02040503050406030204" pitchFamily="18" charset="0"/>
                              <a:ea typeface="Times New Roman" panose="02020603050405020304" pitchFamily="18" charset="0"/>
                            </a:rPr>
                            <m:t>𝑤𝑒𝑒</m:t>
                          </m:r>
                          <m:sSub>
                            <m:sSubPr>
                              <m:ctrlPr>
                                <a:rPr lang="en-LB" sz="1400" i="1">
                                  <a:effectLst/>
                                  <a:latin typeface="Cambria Math" panose="02040503050406030204" pitchFamily="18" charset="0"/>
                                  <a:ea typeface="Times New Roman" panose="02020603050405020304" pitchFamily="18" charset="0"/>
                                </a:rPr>
                              </m:ctrlPr>
                            </m:sSubPr>
                            <m:e>
                              <m:r>
                                <a:rPr lang="en-LB" sz="1400" i="1">
                                  <a:effectLst/>
                                  <a:latin typeface="Cambria Math" panose="02040503050406030204" pitchFamily="18" charset="0"/>
                                  <a:ea typeface="Times New Roman" panose="02020603050405020304" pitchFamily="18" charset="0"/>
                                </a:rPr>
                                <m:t>𝑘</m:t>
                              </m:r>
                            </m:e>
                            <m:sub>
                              <m:r>
                                <a:rPr lang="en-LB" sz="1400" i="1">
                                  <a:effectLst/>
                                  <a:latin typeface="Cambria Math" panose="02040503050406030204" pitchFamily="18" charset="0"/>
                                  <a:ea typeface="Times New Roman" panose="02020603050405020304" pitchFamily="18" charset="0"/>
                                </a:rPr>
                                <m:t>𝑡</m:t>
                              </m:r>
                              <m:r>
                                <a:rPr lang="en-LB" sz="1400" i="1">
                                  <a:effectLst/>
                                  <a:latin typeface="Cambria Math" panose="02040503050406030204" pitchFamily="18" charset="0"/>
                                  <a:ea typeface="Times New Roman" panose="02020603050405020304" pitchFamily="18" charset="0"/>
                                </a:rPr>
                                <m:t>−7</m:t>
                              </m:r>
                            </m:sub>
                          </m:sSub>
                          <m:r>
                            <a:rPr lang="en-LB" sz="1400" i="1">
                              <a:effectLst/>
                              <a:latin typeface="Cambria Math" panose="02040503050406030204" pitchFamily="18" charset="0"/>
                              <a:ea typeface="Times New Roman" panose="02020603050405020304" pitchFamily="18" charset="0"/>
                            </a:rPr>
                            <m:t>, …, </m:t>
                          </m:r>
                          <m:r>
                            <a:rPr lang="en-LB" sz="1400" i="1">
                              <a:effectLst/>
                              <a:latin typeface="Cambria Math" panose="02040503050406030204" pitchFamily="18" charset="0"/>
                              <a:ea typeface="Times New Roman" panose="02020603050405020304" pitchFamily="18" charset="0"/>
                            </a:rPr>
                            <m:t>𝑤𝑒𝑒</m:t>
                          </m:r>
                          <m:sSub>
                            <m:sSubPr>
                              <m:ctrlPr>
                                <a:rPr lang="en-LB" sz="1400" i="1">
                                  <a:effectLst/>
                                  <a:latin typeface="Cambria Math" panose="02040503050406030204" pitchFamily="18" charset="0"/>
                                  <a:ea typeface="Times New Roman" panose="02020603050405020304" pitchFamily="18" charset="0"/>
                                </a:rPr>
                              </m:ctrlPr>
                            </m:sSubPr>
                            <m:e>
                              <m:r>
                                <a:rPr lang="en-LB" sz="1400" i="1">
                                  <a:effectLst/>
                                  <a:latin typeface="Cambria Math" panose="02040503050406030204" pitchFamily="18" charset="0"/>
                                  <a:ea typeface="Times New Roman" panose="02020603050405020304" pitchFamily="18" charset="0"/>
                                </a:rPr>
                                <m:t>𝑘</m:t>
                              </m:r>
                            </m:e>
                            <m:sub>
                              <m:r>
                                <a:rPr lang="en-LB" sz="1400" i="1">
                                  <a:effectLst/>
                                  <a:latin typeface="Cambria Math" panose="02040503050406030204" pitchFamily="18" charset="0"/>
                                  <a:ea typeface="Times New Roman" panose="02020603050405020304" pitchFamily="18" charset="0"/>
                                </a:rPr>
                                <m:t>𝑡</m:t>
                              </m:r>
                            </m:sub>
                          </m:sSub>
                          <m:r>
                            <a:rPr lang="en-LB" sz="1400" i="1">
                              <a:effectLst/>
                              <a:latin typeface="Cambria Math" panose="02040503050406030204" pitchFamily="18" charset="0"/>
                              <a:ea typeface="Times New Roman" panose="02020603050405020304" pitchFamily="18" charset="0"/>
                            </a:rPr>
                            <m:t> </m:t>
                          </m:r>
                        </m:e>
                      </m:d>
                      <m:r>
                        <a:rPr lang="en-US" sz="1400" b="0" i="1" smtClean="0">
                          <a:effectLst/>
                          <a:latin typeface="Cambria Math" panose="02040503050406030204" pitchFamily="18" charset="0"/>
                          <a:ea typeface="Times New Roman" panose="02020603050405020304" pitchFamily="18" charset="0"/>
                        </a:rPr>
                        <m:t> </m:t>
                      </m:r>
                    </m:oMath>
                  </m:oMathPara>
                </a14:m>
                <a:endParaRPr lang="en-US" sz="1400" b="0" i="1" dirty="0">
                  <a:effectLst/>
                  <a:latin typeface="Cambria Math" panose="02040503050406030204" pitchFamily="18" charset="0"/>
                  <a:ea typeface="Times New Roman" panose="02020603050405020304" pitchFamily="18" charset="0"/>
                </a:endParaRPr>
              </a:p>
              <a:p>
                <a:pPr/>
                <a14:m>
                  <m:oMathPara xmlns:m="http://schemas.openxmlformats.org/officeDocument/2006/math">
                    <m:oMathParaPr>
                      <m:jc m:val="left"/>
                    </m:oMathParaPr>
                    <m:oMath xmlns:m="http://schemas.openxmlformats.org/officeDocument/2006/math">
                      <m:sSub>
                        <m:sSubPr>
                          <m:ctrlPr>
                            <a:rPr lang="en-LB" sz="1400" i="1">
                              <a:effectLst/>
                              <a:latin typeface="Cambria Math" panose="02040503050406030204" pitchFamily="18" charset="0"/>
                              <a:ea typeface="Times New Roman" panose="02020603050405020304" pitchFamily="18" charset="0"/>
                            </a:rPr>
                          </m:ctrlPr>
                        </m:sSubPr>
                        <m:e>
                          <m:r>
                            <a:rPr lang="en-LB" sz="1400" i="1">
                              <a:effectLst/>
                              <a:latin typeface="Cambria Math" panose="02040503050406030204" pitchFamily="18" charset="0"/>
                              <a:ea typeface="Times New Roman" panose="02020603050405020304" pitchFamily="18" charset="0"/>
                            </a:rPr>
                            <m:t>𝑦</m:t>
                          </m:r>
                        </m:e>
                        <m:sub>
                          <m:r>
                            <a:rPr lang="en-LB" sz="1400" i="1">
                              <a:effectLst/>
                              <a:latin typeface="Cambria Math" panose="02040503050406030204" pitchFamily="18" charset="0"/>
                              <a:ea typeface="Times New Roman" panose="02020603050405020304" pitchFamily="18" charset="0"/>
                            </a:rPr>
                            <m:t>𝑡</m:t>
                          </m:r>
                        </m:sub>
                      </m:sSub>
                      <m:r>
                        <a:rPr lang="en-LB" sz="1400" i="1">
                          <a:effectLst/>
                          <a:latin typeface="Cambria Math" panose="02040503050406030204" pitchFamily="18" charset="0"/>
                          <a:ea typeface="Times New Roman" panose="02020603050405020304" pitchFamily="18" charset="0"/>
                        </a:rPr>
                        <m:t>=</m:t>
                      </m:r>
                      <m:r>
                        <a:rPr lang="en-LB" sz="1400" i="1">
                          <a:effectLst/>
                          <a:latin typeface="Cambria Math" panose="02040503050406030204" pitchFamily="18" charset="0"/>
                          <a:ea typeface="Times New Roman" panose="02020603050405020304" pitchFamily="18" charset="0"/>
                        </a:rPr>
                        <m:t>𝑠𝑛𝑜</m:t>
                      </m:r>
                      <m:sSub>
                        <m:sSubPr>
                          <m:ctrlPr>
                            <a:rPr lang="en-LB" sz="1400" i="1">
                              <a:effectLst/>
                              <a:latin typeface="Cambria Math" panose="02040503050406030204" pitchFamily="18" charset="0"/>
                              <a:ea typeface="Times New Roman" panose="02020603050405020304" pitchFamily="18" charset="0"/>
                            </a:rPr>
                          </m:ctrlPr>
                        </m:sSubPr>
                        <m:e>
                          <m:r>
                            <a:rPr lang="en-LB" sz="1400" i="1">
                              <a:effectLst/>
                              <a:latin typeface="Cambria Math" panose="02040503050406030204" pitchFamily="18" charset="0"/>
                              <a:ea typeface="Times New Roman" panose="02020603050405020304" pitchFamily="18" charset="0"/>
                            </a:rPr>
                            <m:t>𝑤</m:t>
                          </m:r>
                        </m:e>
                        <m:sub>
                          <m:r>
                            <a:rPr lang="en-LB" sz="1400" i="1">
                              <a:effectLst/>
                              <a:latin typeface="Cambria Math" panose="02040503050406030204" pitchFamily="18" charset="0"/>
                              <a:ea typeface="Times New Roman" panose="02020603050405020304" pitchFamily="18" charset="0"/>
                            </a:rPr>
                            <m:t>𝑡</m:t>
                          </m:r>
                          <m:r>
                            <a:rPr lang="en-LB" sz="1400" i="1">
                              <a:effectLst/>
                              <a:latin typeface="Cambria Math" panose="02040503050406030204" pitchFamily="18" charset="0"/>
                              <a:ea typeface="Times New Roman" panose="02020603050405020304" pitchFamily="18" charset="0"/>
                            </a:rPr>
                            <m:t>+1</m:t>
                          </m:r>
                        </m:sub>
                      </m:sSub>
                    </m:oMath>
                  </m:oMathPara>
                </a14:m>
                <a:endParaRPr lang="en-LB" sz="1400" dirty="0">
                  <a:effectLst/>
                  <a:latin typeface="Nadeem" pitchFamily="2" charset="-78"/>
                  <a:ea typeface="Times New Roman" panose="02020603050405020304" pitchFamily="18" charset="0"/>
                  <a:cs typeface="Nadeem" pitchFamily="2" charset="-78"/>
                </a:endParaRPr>
              </a:p>
            </p:txBody>
          </p:sp>
        </mc:Choice>
        <mc:Fallback>
          <p:sp>
            <p:nvSpPr>
              <p:cNvPr id="5" name="TextBox 4">
                <a:extLst>
                  <a:ext uri="{FF2B5EF4-FFF2-40B4-BE49-F238E27FC236}">
                    <a16:creationId xmlns:a16="http://schemas.microsoft.com/office/drawing/2014/main" id="{AFD6C24D-5803-5A5A-756F-9F2B00DBA53A}"/>
                  </a:ext>
                </a:extLst>
              </p:cNvPr>
              <p:cNvSpPr txBox="1">
                <a:spLocks noRot="1" noChangeAspect="1" noMove="1" noResize="1" noEditPoints="1" noAdjustHandles="1" noChangeArrowheads="1" noChangeShapeType="1" noTextEdit="1"/>
              </p:cNvSpPr>
              <p:nvPr/>
            </p:nvSpPr>
            <p:spPr>
              <a:xfrm>
                <a:off x="272970" y="1449079"/>
                <a:ext cx="6254205" cy="738664"/>
              </a:xfrm>
              <a:prstGeom prst="rect">
                <a:avLst/>
              </a:prstGeom>
              <a:blipFill>
                <a:blip r:embed="rId8"/>
                <a:stretch>
                  <a:fillRect l="-202" t="-5085"/>
                </a:stretch>
              </a:blipFill>
            </p:spPr>
            <p:txBody>
              <a:bodyPr/>
              <a:lstStyle/>
              <a:p>
                <a:r>
                  <a:rPr lang="en-LB">
                    <a:noFill/>
                  </a:rPr>
                  <a:t> </a:t>
                </a:r>
              </a:p>
            </p:txBody>
          </p:sp>
        </mc:Fallback>
      </mc:AlternateContent>
      <p:sp>
        <p:nvSpPr>
          <p:cNvPr id="9" name="TextBox 8">
            <a:extLst>
              <a:ext uri="{FF2B5EF4-FFF2-40B4-BE49-F238E27FC236}">
                <a16:creationId xmlns:a16="http://schemas.microsoft.com/office/drawing/2014/main" id="{574ACEE8-D5D8-1AAB-21CF-FFF748FCE601}"/>
              </a:ext>
            </a:extLst>
          </p:cNvPr>
          <p:cNvSpPr txBox="1"/>
          <p:nvPr/>
        </p:nvSpPr>
        <p:spPr>
          <a:xfrm>
            <a:off x="277046" y="2349674"/>
            <a:ext cx="4513514" cy="1123384"/>
          </a:xfrm>
          <a:prstGeom prst="rect">
            <a:avLst/>
          </a:prstGeom>
          <a:noFill/>
        </p:spPr>
        <p:txBody>
          <a:bodyPr wrap="square">
            <a:spAutoFit/>
          </a:bodyPr>
          <a:lstStyle/>
          <a:p>
            <a:r>
              <a:rPr lang="en-US" sz="1400" dirty="0">
                <a:effectLst/>
                <a:latin typeface="Nadeem" pitchFamily="2" charset="-78"/>
                <a:ea typeface="Times New Roman" panose="02020603050405020304" pitchFamily="18" charset="0"/>
                <a:cs typeface="Nadeem" pitchFamily="2" charset="-78"/>
              </a:rPr>
              <a:t>The dataset was therefore reshaped into </a:t>
            </a:r>
            <a:r>
              <a:rPr lang="en-US" sz="1400" b="1" dirty="0">
                <a:effectLst/>
                <a:latin typeface="Nadeem" pitchFamily="2" charset="-78"/>
                <a:ea typeface="Times New Roman" panose="02020603050405020304" pitchFamily="18" charset="0"/>
                <a:cs typeface="Nadeem" pitchFamily="2" charset="-78"/>
              </a:rPr>
              <a:t>3D tensors</a:t>
            </a:r>
            <a:r>
              <a:rPr lang="en-US" sz="1400" dirty="0">
                <a:effectLst/>
                <a:latin typeface="Nadeem" pitchFamily="2" charset="-78"/>
                <a:ea typeface="Times New Roman" panose="02020603050405020304" pitchFamily="18" charset="0"/>
                <a:cs typeface="Nadeem" pitchFamily="2" charset="-78"/>
              </a:rPr>
              <a:t>:</a:t>
            </a:r>
          </a:p>
          <a:p>
            <a:endParaRPr lang="en-LB" sz="900" dirty="0">
              <a:effectLst/>
              <a:latin typeface="Nadeem" pitchFamily="2" charset="-78"/>
              <a:ea typeface="Times New Roman" panose="02020603050405020304" pitchFamily="18" charset="0"/>
              <a:cs typeface="Nadeem" pitchFamily="2" charset="-78"/>
            </a:endParaRPr>
          </a:p>
          <a:p>
            <a:pPr marL="342900" lvl="0" indent="-342900">
              <a:buSzPts val="1000"/>
              <a:buFont typeface="Symbol" pitchFamily="2" charset="2"/>
              <a:buChar char=""/>
              <a:tabLst>
                <a:tab pos="457200" algn="l"/>
              </a:tabLst>
            </a:pPr>
            <a:r>
              <a:rPr lang="en-LB" sz="1400" dirty="0">
                <a:effectLst/>
                <a:latin typeface="Nadeem" pitchFamily="2" charset="-78"/>
                <a:ea typeface="Times New Roman" panose="02020603050405020304" pitchFamily="18" charset="0"/>
                <a:cs typeface="Nadeem" pitchFamily="2" charset="-78"/>
              </a:rPr>
              <a:t>(samples, time steps, features) </a:t>
            </a:r>
          </a:p>
          <a:p>
            <a:pPr marL="342900" lvl="0" indent="-342900">
              <a:buSzPts val="1000"/>
              <a:buFont typeface="Symbol" pitchFamily="2" charset="2"/>
              <a:buChar char=""/>
              <a:tabLst>
                <a:tab pos="457200" algn="l"/>
              </a:tabLst>
            </a:pPr>
            <a:r>
              <a:rPr lang="en-LB" sz="1400" dirty="0">
                <a:effectLst/>
                <a:latin typeface="Nadeem" pitchFamily="2" charset="-78"/>
                <a:ea typeface="Times New Roman" panose="02020603050405020304" pitchFamily="18" charset="0"/>
                <a:cs typeface="Nadeem" pitchFamily="2" charset="-78"/>
              </a:rPr>
              <a:t>Time steps = 8 weeks </a:t>
            </a:r>
          </a:p>
          <a:p>
            <a:pPr marL="342900" lvl="0" indent="-342900">
              <a:buSzPts val="1000"/>
              <a:buFont typeface="Symbol" pitchFamily="2" charset="2"/>
              <a:buChar char=""/>
              <a:tabLst>
                <a:tab pos="457200" algn="l"/>
              </a:tabLst>
            </a:pPr>
            <a:r>
              <a:rPr lang="en-LB" sz="1400" dirty="0">
                <a:effectLst/>
                <a:latin typeface="Nadeem" pitchFamily="2" charset="-78"/>
                <a:ea typeface="Times New Roman" panose="02020603050405020304" pitchFamily="18" charset="0"/>
                <a:cs typeface="Nadeem" pitchFamily="2" charset="-78"/>
              </a:rPr>
              <a:t>Features = 20</a:t>
            </a:r>
          </a:p>
        </p:txBody>
      </p:sp>
      <p:graphicFrame>
        <p:nvGraphicFramePr>
          <p:cNvPr id="10" name="Table 9">
            <a:extLst>
              <a:ext uri="{FF2B5EF4-FFF2-40B4-BE49-F238E27FC236}">
                <a16:creationId xmlns:a16="http://schemas.microsoft.com/office/drawing/2014/main" id="{2FC6C9DC-96D8-0460-E417-5204087E1BDB}"/>
              </a:ext>
            </a:extLst>
          </p:cNvPr>
          <p:cNvGraphicFramePr>
            <a:graphicFrameLocks noGrp="1"/>
          </p:cNvGraphicFramePr>
          <p:nvPr>
            <p:extLst>
              <p:ext uri="{D42A27DB-BD31-4B8C-83A1-F6EECF244321}">
                <p14:modId xmlns:p14="http://schemas.microsoft.com/office/powerpoint/2010/main" val="1849190658"/>
              </p:ext>
            </p:extLst>
          </p:nvPr>
        </p:nvGraphicFramePr>
        <p:xfrm>
          <a:off x="223390" y="5339761"/>
          <a:ext cx="4833146" cy="853440"/>
        </p:xfrm>
        <a:graphic>
          <a:graphicData uri="http://schemas.openxmlformats.org/drawingml/2006/table">
            <a:tbl>
              <a:tblPr firstRow="1" firstCol="1" bandRow="1">
                <a:tableStyleId>{5940675A-B579-460E-94D1-54222C63F5DA}</a:tableStyleId>
              </a:tblPr>
              <a:tblGrid>
                <a:gridCol w="2416573">
                  <a:extLst>
                    <a:ext uri="{9D8B030D-6E8A-4147-A177-3AD203B41FA5}">
                      <a16:colId xmlns:a16="http://schemas.microsoft.com/office/drawing/2014/main" val="2580414579"/>
                    </a:ext>
                  </a:extLst>
                </a:gridCol>
                <a:gridCol w="2416573">
                  <a:extLst>
                    <a:ext uri="{9D8B030D-6E8A-4147-A177-3AD203B41FA5}">
                      <a16:colId xmlns:a16="http://schemas.microsoft.com/office/drawing/2014/main" val="3237145478"/>
                    </a:ext>
                  </a:extLst>
                </a:gridCol>
              </a:tblGrid>
              <a:tr h="209235">
                <a:tc>
                  <a:txBody>
                    <a:bodyPr/>
                    <a:lstStyle/>
                    <a:p>
                      <a:pPr algn="ctr"/>
                      <a:r>
                        <a:rPr lang="en-LB" sz="1400" b="1" dirty="0">
                          <a:effectLst/>
                          <a:latin typeface="Nadeem" pitchFamily="2" charset="-78"/>
                          <a:cs typeface="Nadeem" pitchFamily="2" charset="-78"/>
                        </a:rPr>
                        <a:t>Dataset</a:t>
                      </a:r>
                      <a:endParaRPr lang="en-LB" sz="16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1">
                        <a:lumMod val="20000"/>
                        <a:lumOff val="80000"/>
                      </a:schemeClr>
                    </a:solidFill>
                  </a:tcPr>
                </a:tc>
                <a:tc>
                  <a:txBody>
                    <a:bodyPr/>
                    <a:lstStyle/>
                    <a:p>
                      <a:pPr algn="ctr"/>
                      <a:r>
                        <a:rPr lang="en-LB" sz="1400" b="1" dirty="0">
                          <a:effectLst/>
                          <a:latin typeface="Nadeem" pitchFamily="2" charset="-78"/>
                          <a:cs typeface="Nadeem" pitchFamily="2" charset="-78"/>
                        </a:rPr>
                        <a:t>Percentage</a:t>
                      </a:r>
                      <a:endParaRPr lang="en-LB" sz="16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1">
                        <a:lumMod val="20000"/>
                        <a:lumOff val="80000"/>
                      </a:schemeClr>
                    </a:solidFill>
                  </a:tcPr>
                </a:tc>
                <a:extLst>
                  <a:ext uri="{0D108BD9-81ED-4DB2-BD59-A6C34878D82A}">
                    <a16:rowId xmlns:a16="http://schemas.microsoft.com/office/drawing/2014/main" val="3666730838"/>
                  </a:ext>
                </a:extLst>
              </a:tr>
              <a:tr h="209235">
                <a:tc>
                  <a:txBody>
                    <a:bodyPr/>
                    <a:lstStyle/>
                    <a:p>
                      <a:r>
                        <a:rPr lang="en-LB" sz="1400">
                          <a:effectLst/>
                          <a:latin typeface="Nadeem" pitchFamily="2" charset="-78"/>
                          <a:cs typeface="Nadeem" pitchFamily="2" charset="-78"/>
                        </a:rPr>
                        <a:t>Training set</a:t>
                      </a:r>
                      <a:endParaRPr lang="en-LB" sz="16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70%</a:t>
                      </a:r>
                      <a:endParaRPr lang="en-LB" sz="16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3954533239"/>
                  </a:ext>
                </a:extLst>
              </a:tr>
              <a:tr h="209235">
                <a:tc>
                  <a:txBody>
                    <a:bodyPr/>
                    <a:lstStyle/>
                    <a:p>
                      <a:r>
                        <a:rPr lang="en-LB" sz="1400">
                          <a:effectLst/>
                          <a:latin typeface="Nadeem" pitchFamily="2" charset="-78"/>
                          <a:cs typeface="Nadeem" pitchFamily="2" charset="-78"/>
                        </a:rPr>
                        <a:t>Validation set</a:t>
                      </a:r>
                      <a:endParaRPr lang="en-LB" sz="16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15%</a:t>
                      </a:r>
                      <a:endParaRPr lang="en-LB" sz="16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191838771"/>
                  </a:ext>
                </a:extLst>
              </a:tr>
              <a:tr h="209235">
                <a:tc>
                  <a:txBody>
                    <a:bodyPr/>
                    <a:lstStyle/>
                    <a:p>
                      <a:r>
                        <a:rPr lang="en-LB" sz="1400" dirty="0">
                          <a:effectLst/>
                          <a:latin typeface="Nadeem" pitchFamily="2" charset="-78"/>
                          <a:cs typeface="Nadeem" pitchFamily="2" charset="-78"/>
                        </a:rPr>
                        <a:t>Test set</a:t>
                      </a:r>
                      <a:endParaRPr lang="en-LB" sz="1600" dirty="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dirty="0">
                          <a:effectLst/>
                          <a:latin typeface="Nadeem" pitchFamily="2" charset="-78"/>
                          <a:cs typeface="Nadeem" pitchFamily="2" charset="-78"/>
                        </a:rPr>
                        <a:t>15%</a:t>
                      </a:r>
                      <a:endParaRPr lang="en-LB" sz="1600" dirty="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15932384"/>
                  </a:ext>
                </a:extLst>
              </a:tr>
            </a:tbl>
          </a:graphicData>
        </a:graphic>
      </p:graphicFrame>
      <p:pic>
        <p:nvPicPr>
          <p:cNvPr id="11" name="Picture 10" descr="A black screen with white text&#10;&#10;Description automatically generated">
            <a:extLst>
              <a:ext uri="{FF2B5EF4-FFF2-40B4-BE49-F238E27FC236}">
                <a16:creationId xmlns:a16="http://schemas.microsoft.com/office/drawing/2014/main" id="{4FF7498B-B51F-1535-E143-7E3229B8A948}"/>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r="31517"/>
          <a:stretch/>
        </p:blipFill>
        <p:spPr>
          <a:xfrm>
            <a:off x="223389" y="3681156"/>
            <a:ext cx="4833147" cy="1018632"/>
          </a:xfrm>
          <a:prstGeom prst="rect">
            <a:avLst/>
          </a:prstGeom>
        </p:spPr>
      </p:pic>
      <p:sp>
        <p:nvSpPr>
          <p:cNvPr id="12" name="Title 1">
            <a:extLst>
              <a:ext uri="{FF2B5EF4-FFF2-40B4-BE49-F238E27FC236}">
                <a16:creationId xmlns:a16="http://schemas.microsoft.com/office/drawing/2014/main" id="{E76B4E41-AA38-5402-B1E4-36E5AB0E345F}"/>
              </a:ext>
            </a:extLst>
          </p:cNvPr>
          <p:cNvSpPr txBox="1">
            <a:spLocks/>
          </p:cNvSpPr>
          <p:nvPr/>
        </p:nvSpPr>
        <p:spPr>
          <a:xfrm>
            <a:off x="272970" y="376467"/>
            <a:ext cx="6254205" cy="1833154"/>
          </a:xfrm>
          <a:prstGeom prst="rect">
            <a:avLst/>
          </a:prstGeom>
        </p:spPr>
        <p:txBody>
          <a:bodyPr vert="horz"/>
          <a:lstStyle>
            <a:lvl1pPr algn="r" defTabSz="457200" rtl="0" eaLnBrk="0" fontAlgn="base" hangingPunct="0">
              <a:spcBef>
                <a:spcPct val="0"/>
              </a:spcBef>
              <a:spcAft>
                <a:spcPct val="0"/>
              </a:spcAft>
              <a:buClr>
                <a:srgbClr val="17375E"/>
              </a:buClr>
              <a:buFont typeface="Wingdings" charset="2"/>
              <a:defRPr lang="fr-FR" sz="3200" b="1" i="0" kern="1200" dirty="0">
                <a:solidFill>
                  <a:schemeClr val="tx1"/>
                </a:solidFill>
                <a:latin typeface="Arial" charset="0"/>
                <a:ea typeface="Arial" charset="0"/>
                <a:cs typeface="Arial" charset="0"/>
              </a:defRPr>
            </a:lvl1pPr>
            <a:lvl2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2pPr>
            <a:lvl3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3pPr>
            <a:lvl4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4pPr>
            <a:lvl5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5pPr>
            <a:lvl6pPr marL="10287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6pPr>
            <a:lvl7pPr marL="14859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7pPr>
            <a:lvl8pPr marL="19431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8pPr>
            <a:lvl9pPr marL="24003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9pPr>
          </a:lstStyle>
          <a:p>
            <a:pPr algn="l"/>
            <a:r>
              <a:rPr lang="en-LB" sz="2800" dirty="0">
                <a:solidFill>
                  <a:srgbClr val="0A1C72"/>
                </a:solidFill>
                <a:latin typeface="Nadeem" pitchFamily="2" charset="-78"/>
                <a:cs typeface="Nadeem" pitchFamily="2" charset="-78"/>
              </a:rPr>
              <a:t>From Data </a:t>
            </a:r>
            <a:r>
              <a:rPr lang="en-LB" sz="2800" dirty="0">
                <a:solidFill>
                  <a:srgbClr val="0A1C72"/>
                </a:solidFill>
                <a:latin typeface="Nadeem" pitchFamily="2" charset="-78"/>
                <a:cs typeface="Nadeem" pitchFamily="2" charset="-78"/>
                <a:sym typeface="Wingdings" pitchFamily="2" charset="2"/>
              </a:rPr>
              <a:t> Model</a:t>
            </a:r>
            <a:endParaRPr lang="en-LB" sz="2800" dirty="0">
              <a:solidFill>
                <a:srgbClr val="0A1C72"/>
              </a:solidFill>
              <a:latin typeface="Nadeem" pitchFamily="2" charset="-78"/>
              <a:cs typeface="Nadeem" pitchFamily="2" charset="-78"/>
            </a:endParaRPr>
          </a:p>
        </p:txBody>
      </p:sp>
      <p:pic>
        <p:nvPicPr>
          <p:cNvPr id="13" name="Picture 12" descr="A screen shot of a computer program&#10;&#10;Description automatically generated">
            <a:extLst>
              <a:ext uri="{FF2B5EF4-FFF2-40B4-BE49-F238E27FC236}">
                <a16:creationId xmlns:a16="http://schemas.microsoft.com/office/drawing/2014/main" id="{8057088A-B170-27C6-C575-851B5A1ABE25}"/>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405" t="17109" r="37294" b="3055"/>
          <a:stretch/>
        </p:blipFill>
        <p:spPr bwMode="auto">
          <a:xfrm>
            <a:off x="5140712" y="1449078"/>
            <a:ext cx="3730318" cy="3263217"/>
          </a:xfrm>
          <a:prstGeom prst="rect">
            <a:avLst/>
          </a:prstGeom>
          <a:ln>
            <a:noFill/>
          </a:ln>
          <a:extLst>
            <a:ext uri="{53640926-AAD7-44D8-BBD7-CCE9431645EC}">
              <a14:shadowObscured xmlns:a14="http://schemas.microsoft.com/office/drawing/2010/main"/>
            </a:ext>
          </a:extLst>
        </p:spPr>
      </p:pic>
      <p:pic>
        <p:nvPicPr>
          <p:cNvPr id="14" name="Picture 13" descr="A screenshot of a computer&#10;&#10;Description automatically generated">
            <a:extLst>
              <a:ext uri="{FF2B5EF4-FFF2-40B4-BE49-F238E27FC236}">
                <a16:creationId xmlns:a16="http://schemas.microsoft.com/office/drawing/2014/main" id="{DCE675ED-C559-73DB-0419-1BE981135823}"/>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r="30284"/>
          <a:stretch/>
        </p:blipFill>
        <p:spPr>
          <a:xfrm>
            <a:off x="5140712" y="5342593"/>
            <a:ext cx="3824868" cy="850608"/>
          </a:xfrm>
          <a:prstGeom prst="rect">
            <a:avLst/>
          </a:prstGeom>
        </p:spPr>
      </p:pic>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1C78E0D6-9B11-C462-7B57-07583C8161F9}"/>
                  </a:ext>
                </a:extLst>
              </p:cNvPr>
              <p:cNvSpPr txBox="1"/>
              <p:nvPr/>
            </p:nvSpPr>
            <p:spPr>
              <a:xfrm>
                <a:off x="5140712" y="5002578"/>
                <a:ext cx="4572000" cy="307777"/>
              </a:xfrm>
              <a:prstGeom prst="rect">
                <a:avLst/>
              </a:prstGeom>
              <a:noFill/>
            </p:spPr>
            <p:txBody>
              <a:bodyPr wrap="square">
                <a:spAutoFit/>
              </a:bodyPr>
              <a:lstStyle/>
              <a:p>
                <a:pPr marL="285750" indent="-285750">
                  <a:buFont typeface="Arial" panose="020B0604020202020204" pitchFamily="34" charset="0"/>
                  <a:buChar char="•"/>
                </a:pPr>
                <a:r>
                  <a:rPr lang="en-LB" sz="1400" b="1" dirty="0">
                    <a:latin typeface="Nadeem" pitchFamily="2" charset="-78"/>
                    <a:cs typeface="Nadeem" pitchFamily="2" charset="-78"/>
                  </a:rPr>
                  <a:t>Baseline:    </a:t>
                </a:r>
                <a14:m>
                  <m:oMath xmlns:m="http://schemas.openxmlformats.org/officeDocument/2006/math">
                    <m:r>
                      <a:rPr lang="en-LB" sz="1400" i="1" smtClean="0">
                        <a:latin typeface="Cambria Math" panose="02040503050406030204" pitchFamily="18" charset="0"/>
                      </a:rPr>
                      <m:t>𝑠𝑛𝑜</m:t>
                    </m:r>
                    <m:sSub>
                      <m:sSubPr>
                        <m:ctrlPr>
                          <a:rPr lang="en-LB" sz="1400" i="1">
                            <a:solidFill>
                              <a:srgbClr val="836967"/>
                            </a:solidFill>
                            <a:latin typeface="Cambria Math" panose="02040503050406030204" pitchFamily="18" charset="0"/>
                          </a:rPr>
                        </m:ctrlPr>
                      </m:sSubPr>
                      <m:e>
                        <m:r>
                          <a:rPr lang="en-LB" sz="1400" i="1">
                            <a:latin typeface="Cambria Math" panose="02040503050406030204" pitchFamily="18" charset="0"/>
                          </a:rPr>
                          <m:t>𝑤</m:t>
                        </m:r>
                      </m:e>
                      <m:sub>
                        <m:r>
                          <a:rPr lang="en-LB" sz="1400" i="1">
                            <a:latin typeface="Cambria Math" panose="02040503050406030204" pitchFamily="18" charset="0"/>
                          </a:rPr>
                          <m:t>𝑡</m:t>
                        </m:r>
                        <m:r>
                          <a:rPr lang="en-LB" sz="1400" i="0">
                            <a:latin typeface="Cambria Math" panose="02040503050406030204" pitchFamily="18" charset="0"/>
                          </a:rPr>
                          <m:t>+1</m:t>
                        </m:r>
                      </m:sub>
                    </m:sSub>
                    <m:r>
                      <a:rPr lang="en-LB" sz="1400" i="0">
                        <a:latin typeface="Cambria Math" panose="02040503050406030204" pitchFamily="18" charset="0"/>
                      </a:rPr>
                      <m:t> ≈ </m:t>
                    </m:r>
                    <m:r>
                      <a:rPr lang="en-LB" sz="1400" i="1">
                        <a:latin typeface="Cambria Math" panose="02040503050406030204" pitchFamily="18" charset="0"/>
                      </a:rPr>
                      <m:t>𝑠𝑛𝑜</m:t>
                    </m:r>
                    <m:sSub>
                      <m:sSubPr>
                        <m:ctrlPr>
                          <a:rPr lang="en-LB" sz="1400" i="1">
                            <a:solidFill>
                              <a:srgbClr val="836967"/>
                            </a:solidFill>
                            <a:latin typeface="Cambria Math" panose="02040503050406030204" pitchFamily="18" charset="0"/>
                          </a:rPr>
                        </m:ctrlPr>
                      </m:sSubPr>
                      <m:e>
                        <m:r>
                          <a:rPr lang="en-LB" sz="1400" i="1">
                            <a:latin typeface="Cambria Math" panose="02040503050406030204" pitchFamily="18" charset="0"/>
                          </a:rPr>
                          <m:t>𝑤</m:t>
                        </m:r>
                      </m:e>
                      <m:sub>
                        <m:r>
                          <a:rPr lang="en-LB" sz="1400" i="1">
                            <a:latin typeface="Cambria Math" panose="02040503050406030204" pitchFamily="18" charset="0"/>
                          </a:rPr>
                          <m:t>𝑡</m:t>
                        </m:r>
                      </m:sub>
                    </m:sSub>
                  </m:oMath>
                </a14:m>
                <a:endParaRPr lang="en-LB" sz="1400" dirty="0">
                  <a:latin typeface="Nadeem" pitchFamily="2" charset="-78"/>
                  <a:cs typeface="Nadeem" pitchFamily="2" charset="-78"/>
                </a:endParaRPr>
              </a:p>
            </p:txBody>
          </p:sp>
        </mc:Choice>
        <mc:Fallback>
          <p:sp>
            <p:nvSpPr>
              <p:cNvPr id="16" name="TextBox 15">
                <a:extLst>
                  <a:ext uri="{FF2B5EF4-FFF2-40B4-BE49-F238E27FC236}">
                    <a16:creationId xmlns:a16="http://schemas.microsoft.com/office/drawing/2014/main" id="{1C78E0D6-9B11-C462-7B57-07583C8161F9}"/>
                  </a:ext>
                </a:extLst>
              </p:cNvPr>
              <p:cNvSpPr txBox="1">
                <a:spLocks noRot="1" noChangeAspect="1" noMove="1" noResize="1" noEditPoints="1" noAdjustHandles="1" noChangeArrowheads="1" noChangeShapeType="1" noTextEdit="1"/>
              </p:cNvSpPr>
              <p:nvPr/>
            </p:nvSpPr>
            <p:spPr>
              <a:xfrm>
                <a:off x="5140712" y="5002578"/>
                <a:ext cx="4572000" cy="307777"/>
              </a:xfrm>
              <a:prstGeom prst="rect">
                <a:avLst/>
              </a:prstGeom>
              <a:blipFill>
                <a:blip r:embed="rId12"/>
                <a:stretch>
                  <a:fillRect l="-277" t="-12000" b="-24000"/>
                </a:stretch>
              </a:blipFill>
            </p:spPr>
            <p:txBody>
              <a:bodyPr/>
              <a:lstStyle/>
              <a:p>
                <a:r>
                  <a:rPr lang="en-LB">
                    <a:noFill/>
                  </a:rPr>
                  <a:t> </a:t>
                </a:r>
              </a:p>
            </p:txBody>
          </p:sp>
        </mc:Fallback>
      </mc:AlternateContent>
      <p:sp>
        <p:nvSpPr>
          <p:cNvPr id="17" name="TextBox 16">
            <a:extLst>
              <a:ext uri="{FF2B5EF4-FFF2-40B4-BE49-F238E27FC236}">
                <a16:creationId xmlns:a16="http://schemas.microsoft.com/office/drawing/2014/main" id="{64F95F5A-9A21-4A02-E8A8-50CD60348318}"/>
              </a:ext>
            </a:extLst>
          </p:cNvPr>
          <p:cNvSpPr txBox="1"/>
          <p:nvPr/>
        </p:nvSpPr>
        <p:spPr>
          <a:xfrm>
            <a:off x="247803" y="5002579"/>
            <a:ext cx="4572000" cy="307777"/>
          </a:xfrm>
          <a:prstGeom prst="rect">
            <a:avLst/>
          </a:prstGeom>
          <a:noFill/>
        </p:spPr>
        <p:txBody>
          <a:bodyPr wrap="square">
            <a:spAutoFit/>
          </a:bodyPr>
          <a:lstStyle/>
          <a:p>
            <a:pPr marL="285750" indent="-285750">
              <a:buFont typeface="Arial" panose="020B0604020202020204" pitchFamily="34" charset="0"/>
              <a:buChar char="•"/>
            </a:pPr>
            <a:r>
              <a:rPr lang="en-LB" sz="1400" b="1" dirty="0">
                <a:latin typeface="Nadeem" pitchFamily="2" charset="-78"/>
                <a:cs typeface="Nadeem" pitchFamily="2" charset="-78"/>
              </a:rPr>
              <a:t>Dataset Splitting</a:t>
            </a:r>
          </a:p>
        </p:txBody>
      </p:sp>
    </p:spTree>
    <p:extLst>
      <p:ext uri="{BB962C8B-B14F-4D97-AF65-F5344CB8AC3E}">
        <p14:creationId xmlns:p14="http://schemas.microsoft.com/office/powerpoint/2010/main" val="3689129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A9525-AAA2-4712-73BE-85DB0C84DBA0}"/>
              </a:ext>
            </a:extLst>
          </p:cNvPr>
          <p:cNvSpPr>
            <a:spLocks noGrp="1"/>
          </p:cNvSpPr>
          <p:nvPr>
            <p:ph type="title"/>
          </p:nvPr>
        </p:nvSpPr>
        <p:spPr>
          <a:xfrm>
            <a:off x="99094" y="428699"/>
            <a:ext cx="6254205" cy="1833154"/>
          </a:xfrm>
        </p:spPr>
        <p:txBody>
          <a:bodyPr/>
          <a:lstStyle/>
          <a:p>
            <a:r>
              <a:rPr lang="en-LB" dirty="0"/>
              <a:t>LSTM Model Implementation</a:t>
            </a:r>
          </a:p>
        </p:txBody>
      </p:sp>
      <p:sp>
        <p:nvSpPr>
          <p:cNvPr id="4" name="TextBox 3">
            <a:extLst>
              <a:ext uri="{FF2B5EF4-FFF2-40B4-BE49-F238E27FC236}">
                <a16:creationId xmlns:a16="http://schemas.microsoft.com/office/drawing/2014/main" id="{7DA3ED34-6696-2E5E-B30B-689DCF33F9DA}"/>
              </a:ext>
            </a:extLst>
          </p:cNvPr>
          <p:cNvSpPr txBox="1"/>
          <p:nvPr/>
        </p:nvSpPr>
        <p:spPr>
          <a:xfrm>
            <a:off x="408511" y="1166842"/>
            <a:ext cx="5944788" cy="5078313"/>
          </a:xfrm>
          <a:prstGeom prst="rect">
            <a:avLst/>
          </a:prstGeom>
          <a:noFill/>
        </p:spPr>
        <p:txBody>
          <a:bodyPr wrap="square">
            <a:spAutoFit/>
          </a:bodyPr>
          <a:lstStyle/>
          <a:p>
            <a:r>
              <a:rPr lang="en-US" sz="1800" b="1" dirty="0">
                <a:latin typeface="Nadeem" pitchFamily="2" charset="-78"/>
                <a:cs typeface="Nadeem" pitchFamily="2" charset="-78"/>
              </a:rPr>
              <a:t>Model Architecture</a:t>
            </a:r>
          </a:p>
          <a:p>
            <a:pPr>
              <a:buFont typeface="Arial" panose="020B0604020202020204" pitchFamily="34" charset="0"/>
              <a:buChar char="•"/>
            </a:pPr>
            <a:r>
              <a:rPr lang="en-US" sz="1800" dirty="0">
                <a:latin typeface="Nadeem" pitchFamily="2" charset="-78"/>
                <a:cs typeface="Nadeem" pitchFamily="2" charset="-78"/>
              </a:rPr>
              <a:t>Two stacked LSTM layers for temporal feature extraction </a:t>
            </a:r>
          </a:p>
          <a:p>
            <a:pPr>
              <a:buFont typeface="Arial" panose="020B0604020202020204" pitchFamily="34" charset="0"/>
              <a:buChar char="•"/>
            </a:pPr>
            <a:r>
              <a:rPr lang="en-US" sz="1800" dirty="0">
                <a:latin typeface="Nadeem" pitchFamily="2" charset="-78"/>
                <a:cs typeface="Nadeem" pitchFamily="2" charset="-78"/>
              </a:rPr>
              <a:t>Dropout layers to reduce overfitting </a:t>
            </a:r>
          </a:p>
          <a:p>
            <a:pPr>
              <a:buFont typeface="Arial" panose="020B0604020202020204" pitchFamily="34" charset="0"/>
              <a:buChar char="•"/>
            </a:pPr>
            <a:r>
              <a:rPr lang="en-US" sz="1800" dirty="0">
                <a:latin typeface="Nadeem" pitchFamily="2" charset="-78"/>
                <a:cs typeface="Nadeem" pitchFamily="2" charset="-78"/>
              </a:rPr>
              <a:t>Dense layers for final prediction </a:t>
            </a:r>
          </a:p>
          <a:p>
            <a:r>
              <a:rPr lang="en-US" sz="1800" b="1" dirty="0">
                <a:latin typeface="Nadeem" pitchFamily="2" charset="-78"/>
                <a:cs typeface="Nadeem" pitchFamily="2" charset="-78"/>
              </a:rPr>
              <a:t>Training Configuration</a:t>
            </a:r>
          </a:p>
          <a:p>
            <a:pPr>
              <a:buFont typeface="Arial" panose="020B0604020202020204" pitchFamily="34" charset="0"/>
              <a:buChar char="•"/>
            </a:pPr>
            <a:r>
              <a:rPr lang="en-US" sz="1800" dirty="0">
                <a:latin typeface="Nadeem" pitchFamily="2" charset="-78"/>
                <a:cs typeface="Nadeem" pitchFamily="2" charset="-78"/>
              </a:rPr>
              <a:t>Optimizer: Adam </a:t>
            </a:r>
          </a:p>
          <a:p>
            <a:pPr>
              <a:buFont typeface="Arial" panose="020B0604020202020204" pitchFamily="34" charset="0"/>
              <a:buChar char="•"/>
            </a:pPr>
            <a:r>
              <a:rPr lang="en-US" sz="1800" dirty="0">
                <a:latin typeface="Nadeem" pitchFamily="2" charset="-78"/>
                <a:cs typeface="Nadeem" pitchFamily="2" charset="-78"/>
              </a:rPr>
              <a:t>Loss function: Huber loss (robust to outliers) </a:t>
            </a:r>
          </a:p>
          <a:p>
            <a:pPr>
              <a:buFont typeface="Arial" panose="020B0604020202020204" pitchFamily="34" charset="0"/>
              <a:buChar char="•"/>
            </a:pPr>
            <a:r>
              <a:rPr lang="en-US" sz="1800" dirty="0">
                <a:latin typeface="Nadeem" pitchFamily="2" charset="-78"/>
                <a:cs typeface="Nadeem" pitchFamily="2" charset="-78"/>
              </a:rPr>
              <a:t>Metrics: MAE and RMSE </a:t>
            </a:r>
          </a:p>
          <a:p>
            <a:pPr>
              <a:buFont typeface="Arial" panose="020B0604020202020204" pitchFamily="34" charset="0"/>
              <a:buChar char="•"/>
            </a:pPr>
            <a:r>
              <a:rPr lang="en-US" sz="1800" dirty="0">
                <a:latin typeface="Nadeem" pitchFamily="2" charset="-78"/>
                <a:cs typeface="Nadeem" pitchFamily="2" charset="-78"/>
              </a:rPr>
              <a:t>Input format: 3D sequences (samples, time steps, features) </a:t>
            </a:r>
          </a:p>
          <a:p>
            <a:r>
              <a:rPr lang="en-US" sz="1800" b="1" dirty="0">
                <a:latin typeface="Nadeem" pitchFamily="2" charset="-78"/>
                <a:cs typeface="Nadeem" pitchFamily="2" charset="-78"/>
              </a:rPr>
              <a:t>Sequence Learning Setup</a:t>
            </a:r>
          </a:p>
          <a:p>
            <a:pPr>
              <a:buFont typeface="Arial" panose="020B0604020202020204" pitchFamily="34" charset="0"/>
              <a:buChar char="•"/>
            </a:pPr>
            <a:r>
              <a:rPr lang="en-US" sz="1800" dirty="0">
                <a:latin typeface="Nadeem" pitchFamily="2" charset="-78"/>
                <a:cs typeface="Nadeem" pitchFamily="2" charset="-78"/>
              </a:rPr>
              <a:t>Sliding window approach applied </a:t>
            </a:r>
          </a:p>
          <a:p>
            <a:pPr>
              <a:buFont typeface="Arial" panose="020B0604020202020204" pitchFamily="34" charset="0"/>
              <a:buChar char="•"/>
            </a:pPr>
            <a:r>
              <a:rPr lang="en-US" sz="1800" dirty="0">
                <a:latin typeface="Nadeem" pitchFamily="2" charset="-78"/>
                <a:cs typeface="Nadeem" pitchFamily="2" charset="-78"/>
              </a:rPr>
              <a:t>Each input sequence represents past weeks of data </a:t>
            </a:r>
          </a:p>
          <a:p>
            <a:pPr>
              <a:buFont typeface="Arial" panose="020B0604020202020204" pitchFamily="34" charset="0"/>
              <a:buChar char="•"/>
            </a:pPr>
            <a:r>
              <a:rPr lang="en-US" sz="1800" dirty="0">
                <a:latin typeface="Nadeem" pitchFamily="2" charset="-78"/>
                <a:cs typeface="Nadeem" pitchFamily="2" charset="-78"/>
              </a:rPr>
              <a:t>Output: next-week snow cover prediction </a:t>
            </a:r>
          </a:p>
          <a:p>
            <a:r>
              <a:rPr lang="en-US" sz="1800" b="1" dirty="0">
                <a:latin typeface="Nadeem" pitchFamily="2" charset="-78"/>
                <a:cs typeface="Nadeem" pitchFamily="2" charset="-78"/>
              </a:rPr>
              <a:t>Model Objective</a:t>
            </a:r>
          </a:p>
          <a:p>
            <a:pPr>
              <a:buFont typeface="Arial" panose="020B0604020202020204" pitchFamily="34" charset="0"/>
              <a:buChar char="•"/>
            </a:pPr>
            <a:r>
              <a:rPr lang="en-US" sz="1800" dirty="0">
                <a:latin typeface="Nadeem" pitchFamily="2" charset="-78"/>
                <a:cs typeface="Nadeem" pitchFamily="2" charset="-78"/>
              </a:rPr>
              <a:t>Learn nonlinear temporal dependencies in snow evolution </a:t>
            </a:r>
          </a:p>
          <a:p>
            <a:pPr>
              <a:buFont typeface="Arial" panose="020B0604020202020204" pitchFamily="34" charset="0"/>
              <a:buChar char="•"/>
            </a:pPr>
            <a:r>
              <a:rPr lang="en-US" sz="1800" dirty="0">
                <a:latin typeface="Nadeem" pitchFamily="2" charset="-78"/>
                <a:cs typeface="Nadeem" pitchFamily="2" charset="-78"/>
              </a:rPr>
              <a:t>Capture seasonal and short-term variability </a:t>
            </a:r>
          </a:p>
        </p:txBody>
      </p:sp>
      <p:pic>
        <p:nvPicPr>
          <p:cNvPr id="5" name="Picture 4" descr="A black screen with white text&#10;&#10;Description automatically generated">
            <a:extLst>
              <a:ext uri="{FF2B5EF4-FFF2-40B4-BE49-F238E27FC236}">
                <a16:creationId xmlns:a16="http://schemas.microsoft.com/office/drawing/2014/main" id="{9B33321D-91D4-2DEF-4D3D-5B18B11AC44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8471" y="5691157"/>
            <a:ext cx="5776595" cy="833755"/>
          </a:xfrm>
          <a:prstGeom prst="rect">
            <a:avLst/>
          </a:prstGeom>
        </p:spPr>
      </p:pic>
      <p:pic>
        <p:nvPicPr>
          <p:cNvPr id="6" name="Picture 5" descr="A screen shot of a computer program&#10;&#10;Description automatically generated">
            <a:extLst>
              <a:ext uri="{FF2B5EF4-FFF2-40B4-BE49-F238E27FC236}">
                <a16:creationId xmlns:a16="http://schemas.microsoft.com/office/drawing/2014/main" id="{B6BB1CE1-3FDE-E163-CF13-94F57E177A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14240" b="3055"/>
          <a:stretch/>
        </p:blipFill>
        <p:spPr bwMode="auto">
          <a:xfrm>
            <a:off x="2483468" y="1498618"/>
            <a:ext cx="5486400" cy="3097530"/>
          </a:xfrm>
          <a:prstGeom prst="rect">
            <a:avLst/>
          </a:prstGeom>
          <a:ln>
            <a:noFill/>
          </a:ln>
          <a:extLst>
            <a:ext uri="{53640926-AAD7-44D8-BBD7-CCE9431645EC}">
              <a14:shadowObscured xmlns:a14="http://schemas.microsoft.com/office/drawing/2010/main"/>
            </a:ext>
          </a:extLst>
        </p:spPr>
      </p:pic>
      <p:sp>
        <p:nvSpPr>
          <p:cNvPr id="7" name="Date Placeholder 3">
            <a:extLst>
              <a:ext uri="{FF2B5EF4-FFF2-40B4-BE49-F238E27FC236}">
                <a16:creationId xmlns:a16="http://schemas.microsoft.com/office/drawing/2014/main" id="{91C7D695-859F-D5A3-3E6F-C8228672318F}"/>
              </a:ext>
            </a:extLst>
          </p:cNvPr>
          <p:cNvSpPr txBox="1">
            <a:spLocks/>
          </p:cNvSpPr>
          <p:nvPr/>
        </p:nvSpPr>
        <p:spPr>
          <a:xfrm>
            <a:off x="164125" y="6590810"/>
            <a:ext cx="1071153" cy="365125"/>
          </a:xfrm>
          <a:prstGeom prst="rect">
            <a:avLst/>
          </a:prstGeom>
        </p:spPr>
        <p:txBody>
          <a:bodyPr vert="horz" wrap="square" lIns="91440" tIns="45720" rIns="91440" bIns="45720" numCol="1" anchor="t" anchorCtr="0" compatLnSpc="1">
            <a:prstTxWarp prst="textNoShape">
              <a:avLst/>
            </a:prstTxWarp>
            <a:normAutofit/>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spcAft>
                <a:spcPts val="600"/>
              </a:spcAft>
            </a:pPr>
            <a:r>
              <a:rPr lang="en-US" altLang="en-US" sz="1000" dirty="0">
                <a:solidFill>
                  <a:schemeClr val="bg1"/>
                </a:solidFill>
                <a:latin typeface="+mn-lt"/>
              </a:rPr>
              <a:t>MDP26-19</a:t>
            </a:r>
            <a:endParaRPr lang="fr-FR" altLang="en-US" sz="1000" dirty="0">
              <a:solidFill>
                <a:schemeClr val="bg1"/>
              </a:solidFill>
              <a:latin typeface="+mn-lt"/>
            </a:endParaRPr>
          </a:p>
        </p:txBody>
      </p:sp>
      <p:sp>
        <p:nvSpPr>
          <p:cNvPr id="8" name="Footer Placeholder 4">
            <a:extLst>
              <a:ext uri="{FF2B5EF4-FFF2-40B4-BE49-F238E27FC236}">
                <a16:creationId xmlns:a16="http://schemas.microsoft.com/office/drawing/2014/main" id="{9A0C1927-83D2-9A6C-8554-2D34447D340A}"/>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spTree>
    <p:extLst>
      <p:ext uri="{BB962C8B-B14F-4D97-AF65-F5344CB8AC3E}">
        <p14:creationId xmlns:p14="http://schemas.microsoft.com/office/powerpoint/2010/main" val="1072890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7F40025E-8A47-7E48-AA2F-82A25E5E3F97}" type="slidenum">
              <a:rPr lang="en-US" altLang="en-US" smtClean="0"/>
              <a:pPr/>
              <a:t>16</a:t>
            </a:fld>
            <a:endParaRPr lang="en-US" altLang="en-US" dirty="0"/>
          </a:p>
        </p:txBody>
      </p:sp>
      <p:sp>
        <p:nvSpPr>
          <p:cNvPr id="9" name="TextBox 8">
            <a:extLst>
              <a:ext uri="{FF2B5EF4-FFF2-40B4-BE49-F238E27FC236}">
                <a16:creationId xmlns:a16="http://schemas.microsoft.com/office/drawing/2014/main" id="{F5A27861-6082-BC0D-34D0-73C8C69DCB20}"/>
              </a:ext>
            </a:extLst>
          </p:cNvPr>
          <p:cNvSpPr txBox="1"/>
          <p:nvPr/>
        </p:nvSpPr>
        <p:spPr>
          <a:xfrm>
            <a:off x="248765" y="5218235"/>
            <a:ext cx="10474036" cy="1169551"/>
          </a:xfrm>
          <a:prstGeom prst="rect">
            <a:avLst/>
          </a:prstGeom>
          <a:noFill/>
        </p:spPr>
        <p:txBody>
          <a:bodyPr wrap="square">
            <a:spAutoFit/>
          </a:bodyPr>
          <a:lstStyle/>
          <a:p>
            <a:r>
              <a:rPr lang="en-US" sz="1400" b="1" dirty="0">
                <a:latin typeface="Nadeem" pitchFamily="2" charset="-78"/>
                <a:cs typeface="Nadeem" pitchFamily="2" charset="-78"/>
              </a:rPr>
              <a:t>Key Observations</a:t>
            </a:r>
          </a:p>
          <a:p>
            <a:pPr marL="285750" indent="-285750">
              <a:buFont typeface="Arial" panose="020B0604020202020204" pitchFamily="34" charset="0"/>
              <a:buChar char="•"/>
            </a:pPr>
            <a:r>
              <a:rPr lang="en-US" sz="1400" dirty="0">
                <a:latin typeface="Nadeem" pitchFamily="2" charset="-78"/>
                <a:cs typeface="Nadeem" pitchFamily="2" charset="-78"/>
              </a:rPr>
              <a:t>LSTM significantly outperforms the baseline model </a:t>
            </a:r>
          </a:p>
          <a:p>
            <a:pPr marL="285750" indent="-285750">
              <a:buFont typeface="Arial" panose="020B0604020202020204" pitchFamily="34" charset="0"/>
              <a:buChar char="•"/>
            </a:pPr>
            <a:r>
              <a:rPr lang="en-US" sz="1400" dirty="0">
                <a:latin typeface="Nadeem" pitchFamily="2" charset="-78"/>
                <a:cs typeface="Nadeem" pitchFamily="2" charset="-78"/>
              </a:rPr>
              <a:t>Improvement is especially clear in RMSE reduction </a:t>
            </a:r>
          </a:p>
          <a:p>
            <a:pPr marL="285750" indent="-285750">
              <a:buFont typeface="Arial" panose="020B0604020202020204" pitchFamily="34" charset="0"/>
              <a:buChar char="•"/>
            </a:pPr>
            <a:r>
              <a:rPr lang="en-US" sz="1400" dirty="0">
                <a:latin typeface="Nadeem" pitchFamily="2" charset="-78"/>
                <a:cs typeface="Nadeem" pitchFamily="2" charset="-78"/>
              </a:rPr>
              <a:t>Model generalizes well on unseen test data </a:t>
            </a:r>
          </a:p>
          <a:p>
            <a:pPr marL="285750" indent="-285750">
              <a:buFont typeface="Arial" panose="020B0604020202020204" pitchFamily="34" charset="0"/>
              <a:buChar char="•"/>
            </a:pPr>
            <a:r>
              <a:rPr lang="en-US" sz="1400" dirty="0">
                <a:latin typeface="Nadeem" pitchFamily="2" charset="-78"/>
                <a:cs typeface="Nadeem" pitchFamily="2" charset="-78"/>
              </a:rPr>
              <a:t>Errors increase slightly on test set due to environmental variability </a:t>
            </a:r>
          </a:p>
        </p:txBody>
      </p:sp>
      <p:sp>
        <p:nvSpPr>
          <p:cNvPr id="11" name="Date Placeholder 3">
            <a:extLst>
              <a:ext uri="{FF2B5EF4-FFF2-40B4-BE49-F238E27FC236}">
                <a16:creationId xmlns:a16="http://schemas.microsoft.com/office/drawing/2014/main" id="{FAF48116-741B-513F-4393-8A2AFBD47067}"/>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2" name="Footer Placeholder 4">
            <a:extLst>
              <a:ext uri="{FF2B5EF4-FFF2-40B4-BE49-F238E27FC236}">
                <a16:creationId xmlns:a16="http://schemas.microsoft.com/office/drawing/2014/main" id="{40A45077-5111-2585-80EA-2722DFC2B6DB}"/>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sp>
        <p:nvSpPr>
          <p:cNvPr id="13" name="Title 1">
            <a:extLst>
              <a:ext uri="{FF2B5EF4-FFF2-40B4-BE49-F238E27FC236}">
                <a16:creationId xmlns:a16="http://schemas.microsoft.com/office/drawing/2014/main" id="{F896F57F-CE24-27A8-C335-31A73F507855}"/>
              </a:ext>
            </a:extLst>
          </p:cNvPr>
          <p:cNvSpPr txBox="1">
            <a:spLocks/>
          </p:cNvSpPr>
          <p:nvPr/>
        </p:nvSpPr>
        <p:spPr>
          <a:xfrm>
            <a:off x="246960" y="397554"/>
            <a:ext cx="6254205" cy="1833154"/>
          </a:xfrm>
          <a:prstGeom prst="rect">
            <a:avLst/>
          </a:prstGeom>
        </p:spPr>
        <p:txBody>
          <a:bodyPr vert="horz"/>
          <a:lstStyle>
            <a:lvl1pPr algn="r" defTabSz="457200" rtl="0" eaLnBrk="0" fontAlgn="base" hangingPunct="0">
              <a:spcBef>
                <a:spcPct val="0"/>
              </a:spcBef>
              <a:spcAft>
                <a:spcPct val="0"/>
              </a:spcAft>
              <a:buClr>
                <a:srgbClr val="17375E"/>
              </a:buClr>
              <a:buFont typeface="Wingdings" charset="2"/>
              <a:defRPr lang="fr-FR" sz="3200" b="1" i="0" kern="1200" dirty="0">
                <a:solidFill>
                  <a:schemeClr val="tx1"/>
                </a:solidFill>
                <a:latin typeface="Arial" charset="0"/>
                <a:ea typeface="Arial" charset="0"/>
                <a:cs typeface="Arial" charset="0"/>
              </a:defRPr>
            </a:lvl1pPr>
            <a:lvl2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2pPr>
            <a:lvl3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3pPr>
            <a:lvl4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4pPr>
            <a:lvl5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5pPr>
            <a:lvl6pPr marL="10287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6pPr>
            <a:lvl7pPr marL="14859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7pPr>
            <a:lvl8pPr marL="19431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8pPr>
            <a:lvl9pPr marL="24003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9pPr>
          </a:lstStyle>
          <a:p>
            <a:pPr algn="l"/>
            <a:r>
              <a:rPr lang="en-LB" sz="2800" dirty="0">
                <a:solidFill>
                  <a:srgbClr val="0A1C72"/>
                </a:solidFill>
                <a:latin typeface="Nadeem" pitchFamily="2" charset="-78"/>
                <a:cs typeface="Nadeem" pitchFamily="2" charset="-78"/>
              </a:rPr>
              <a:t>Best Model Example</a:t>
            </a:r>
          </a:p>
        </p:txBody>
      </p:sp>
      <p:pic>
        <p:nvPicPr>
          <p:cNvPr id="17" name="Picture 16" descr="A graph of a graph&#10;&#10;Description automatically generated with medium confidence">
            <a:extLst>
              <a:ext uri="{FF2B5EF4-FFF2-40B4-BE49-F238E27FC236}">
                <a16:creationId xmlns:a16="http://schemas.microsoft.com/office/drawing/2014/main" id="{B57ED1D0-8C60-4B1B-510E-6AB88B8929C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0231" b="6607"/>
          <a:stretch/>
        </p:blipFill>
        <p:spPr>
          <a:xfrm>
            <a:off x="0" y="1287698"/>
            <a:ext cx="8504125" cy="3819978"/>
          </a:xfrm>
          <a:prstGeom prst="rect">
            <a:avLst/>
          </a:prstGeom>
        </p:spPr>
      </p:pic>
      <p:pic>
        <p:nvPicPr>
          <p:cNvPr id="18" name="Picture 17" descr="A graph of a graph&#10;&#10;Description automatically generated with medium confidence">
            <a:extLst>
              <a:ext uri="{FF2B5EF4-FFF2-40B4-BE49-F238E27FC236}">
                <a16:creationId xmlns:a16="http://schemas.microsoft.com/office/drawing/2014/main" id="{4545CC6D-1234-A2F6-06DA-5612BCDD6E9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974" t="94666" r="44408" b="-540"/>
          <a:stretch/>
        </p:blipFill>
        <p:spPr>
          <a:xfrm>
            <a:off x="3734501" y="1004531"/>
            <a:ext cx="4772613" cy="309600"/>
          </a:xfrm>
          <a:prstGeom prst="rect">
            <a:avLst/>
          </a:prstGeom>
        </p:spPr>
      </p:pic>
      <p:pic>
        <p:nvPicPr>
          <p:cNvPr id="10" name="Picture 9" descr="A black rectangle with white dots&#10;&#10;Description automatically generated">
            <a:extLst>
              <a:ext uri="{FF2B5EF4-FFF2-40B4-BE49-F238E27FC236}">
                <a16:creationId xmlns:a16="http://schemas.microsoft.com/office/drawing/2014/main" id="{CCC03C6C-C3BC-C9CD-EE1D-DDEC38A4792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049" t="4669" r="61210" b="724"/>
          <a:stretch/>
        </p:blipFill>
        <p:spPr>
          <a:xfrm>
            <a:off x="6006552" y="5077059"/>
            <a:ext cx="2437748" cy="1403192"/>
          </a:xfrm>
          <a:prstGeom prst="rect">
            <a:avLst/>
          </a:prstGeom>
        </p:spPr>
      </p:pic>
      <p:sp>
        <p:nvSpPr>
          <p:cNvPr id="16" name="TextBox 15">
            <a:extLst>
              <a:ext uri="{FF2B5EF4-FFF2-40B4-BE49-F238E27FC236}">
                <a16:creationId xmlns:a16="http://schemas.microsoft.com/office/drawing/2014/main" id="{C6F74C2B-5FB5-AA56-0BC1-6BCE3623645E}"/>
              </a:ext>
            </a:extLst>
          </p:cNvPr>
          <p:cNvSpPr txBox="1"/>
          <p:nvPr/>
        </p:nvSpPr>
        <p:spPr>
          <a:xfrm>
            <a:off x="278212" y="807748"/>
            <a:ext cx="2909899" cy="307777"/>
          </a:xfrm>
          <a:prstGeom prst="rect">
            <a:avLst/>
          </a:prstGeom>
          <a:noFill/>
        </p:spPr>
        <p:txBody>
          <a:bodyPr wrap="none" rtlCol="0">
            <a:spAutoFit/>
          </a:bodyPr>
          <a:lstStyle/>
          <a:p>
            <a:r>
              <a:rPr lang="en-LB" sz="1400" b="1" dirty="0">
                <a:latin typeface="Nadeem" pitchFamily="2" charset="-78"/>
                <a:cs typeface="Nadeem" pitchFamily="2" charset="-78"/>
              </a:rPr>
              <a:t>For a sequence length of 8-week:</a:t>
            </a:r>
          </a:p>
        </p:txBody>
      </p:sp>
      <p:pic>
        <p:nvPicPr>
          <p:cNvPr id="19" name="Picture 18" descr="A graph of a graph&#10;&#10;Description automatically generated with medium confidence">
            <a:extLst>
              <a:ext uri="{FF2B5EF4-FFF2-40B4-BE49-F238E27FC236}">
                <a16:creationId xmlns:a16="http://schemas.microsoft.com/office/drawing/2014/main" id="{C458B79A-8C50-120A-832D-462CE93A1A2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658" t="1414" r="61061" b="94177"/>
          <a:stretch/>
        </p:blipFill>
        <p:spPr>
          <a:xfrm>
            <a:off x="268641" y="1086727"/>
            <a:ext cx="2744982" cy="193861"/>
          </a:xfrm>
          <a:prstGeom prst="rect">
            <a:avLst/>
          </a:prstGeom>
        </p:spPr>
      </p:pic>
    </p:spTree>
    <p:extLst>
      <p:ext uri="{BB962C8B-B14F-4D97-AF65-F5344CB8AC3E}">
        <p14:creationId xmlns:p14="http://schemas.microsoft.com/office/powerpoint/2010/main" val="227896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DD0AD-7655-BBBF-D9CC-3FD70D328F1A}"/>
              </a:ext>
            </a:extLst>
          </p:cNvPr>
          <p:cNvSpPr>
            <a:spLocks noGrp="1"/>
          </p:cNvSpPr>
          <p:nvPr>
            <p:ph type="title"/>
          </p:nvPr>
        </p:nvSpPr>
        <p:spPr>
          <a:xfrm>
            <a:off x="274321" y="511827"/>
            <a:ext cx="8646656" cy="1833154"/>
          </a:xfrm>
        </p:spPr>
        <p:txBody>
          <a:bodyPr/>
          <a:lstStyle/>
          <a:p>
            <a:pPr algn="l"/>
            <a:r>
              <a:rPr lang="en-LB" sz="2400" dirty="0">
                <a:solidFill>
                  <a:srgbClr val="0A1C72"/>
                </a:solidFill>
                <a:latin typeface="Nadeem" pitchFamily="2" charset="-78"/>
                <a:cs typeface="Nadeem" pitchFamily="2" charset="-78"/>
              </a:rPr>
              <a:t>Results of Sequence Length Experiments &amp; Trade-Off</a:t>
            </a:r>
          </a:p>
        </p:txBody>
      </p:sp>
      <p:sp>
        <p:nvSpPr>
          <p:cNvPr id="4" name="TextBox 3">
            <a:extLst>
              <a:ext uri="{FF2B5EF4-FFF2-40B4-BE49-F238E27FC236}">
                <a16:creationId xmlns:a16="http://schemas.microsoft.com/office/drawing/2014/main" id="{2802F4EC-280A-DB19-BDDA-0C9517CB850F}"/>
              </a:ext>
            </a:extLst>
          </p:cNvPr>
          <p:cNvSpPr txBox="1"/>
          <p:nvPr/>
        </p:nvSpPr>
        <p:spPr>
          <a:xfrm>
            <a:off x="-7914904" y="1428404"/>
            <a:ext cx="7914904" cy="3970318"/>
          </a:xfrm>
          <a:prstGeom prst="rect">
            <a:avLst/>
          </a:prstGeom>
          <a:noFill/>
        </p:spPr>
        <p:txBody>
          <a:bodyPr wrap="square">
            <a:spAutoFit/>
          </a:bodyPr>
          <a:lstStyle/>
          <a:p>
            <a:r>
              <a:rPr lang="en-US" sz="1800" b="1" dirty="0"/>
              <a:t>Experimental Setup</a:t>
            </a:r>
          </a:p>
          <a:p>
            <a:pPr>
              <a:buFont typeface="Arial" panose="020B0604020202020204" pitchFamily="34" charset="0"/>
              <a:buChar char="•"/>
            </a:pPr>
            <a:r>
              <a:rPr lang="en-US" sz="1800" dirty="0"/>
              <a:t>Tested multiple LSTM configurations with different sequence lengths </a:t>
            </a:r>
          </a:p>
          <a:p>
            <a:pPr>
              <a:buFont typeface="Arial" panose="020B0604020202020204" pitchFamily="34" charset="0"/>
              <a:buChar char="•"/>
            </a:pPr>
            <a:r>
              <a:rPr lang="en-US" sz="1800" dirty="0"/>
              <a:t>Sequence lengths: 1, 2, 4, 6, 8, 10, 12 weeks </a:t>
            </a:r>
          </a:p>
          <a:p>
            <a:pPr>
              <a:buFont typeface="Arial" panose="020B0604020202020204" pitchFamily="34" charset="0"/>
              <a:buChar char="•"/>
            </a:pPr>
            <a:r>
              <a:rPr lang="en-US" sz="1800" dirty="0"/>
              <a:t>Same architecture and training settings for fairness </a:t>
            </a:r>
          </a:p>
          <a:p>
            <a:r>
              <a:rPr lang="en-US" sz="1800" b="1" dirty="0"/>
              <a:t>Key Findings</a:t>
            </a:r>
          </a:p>
          <a:p>
            <a:pPr>
              <a:buFont typeface="Arial" panose="020B0604020202020204" pitchFamily="34" charset="0"/>
              <a:buChar char="•"/>
            </a:pPr>
            <a:r>
              <a:rPr lang="en-US" sz="1800" dirty="0"/>
              <a:t>Very short sequences (1–2 weeks): insufficient temporal context </a:t>
            </a:r>
          </a:p>
          <a:p>
            <a:pPr>
              <a:buFont typeface="Arial" panose="020B0604020202020204" pitchFamily="34" charset="0"/>
              <a:buChar char="•"/>
            </a:pPr>
            <a:r>
              <a:rPr lang="en-US" sz="1800" dirty="0"/>
              <a:t>Medium sequences (4–6 weeks): best numerical performance </a:t>
            </a:r>
          </a:p>
          <a:p>
            <a:pPr>
              <a:buFont typeface="Arial" panose="020B0604020202020204" pitchFamily="34" charset="0"/>
              <a:buChar char="•"/>
            </a:pPr>
            <a:r>
              <a:rPr lang="en-US" sz="1800" dirty="0"/>
              <a:t>Longer sequences (8–12 weeks): smoother predictions but higher variability </a:t>
            </a:r>
          </a:p>
          <a:p>
            <a:r>
              <a:rPr lang="en-US" sz="1800" b="1" dirty="0"/>
              <a:t>Trade-off Observed</a:t>
            </a:r>
          </a:p>
          <a:p>
            <a:pPr>
              <a:buFont typeface="Arial" panose="020B0604020202020204" pitchFamily="34" charset="0"/>
              <a:buChar char="•"/>
            </a:pPr>
            <a:r>
              <a:rPr lang="en-US" sz="1800" dirty="0"/>
              <a:t>Numerical accuracy (MAE / RMSE) vs temporal realism </a:t>
            </a:r>
          </a:p>
          <a:p>
            <a:pPr>
              <a:buFont typeface="Arial" panose="020B0604020202020204" pitchFamily="34" charset="0"/>
              <a:buChar char="•"/>
            </a:pPr>
            <a:r>
              <a:rPr lang="en-US" sz="1800" dirty="0"/>
              <a:t>Best balance achieved around </a:t>
            </a:r>
            <a:r>
              <a:rPr lang="en-US" sz="1800" b="1" dirty="0"/>
              <a:t>6–8 weeks range</a:t>
            </a:r>
            <a:r>
              <a:rPr lang="en-US" sz="1800" dirty="0"/>
              <a:t> </a:t>
            </a:r>
          </a:p>
          <a:p>
            <a:r>
              <a:rPr lang="en-US" sz="1800" b="1" dirty="0"/>
              <a:t>Conclusion</a:t>
            </a:r>
          </a:p>
          <a:p>
            <a:pPr>
              <a:buFont typeface="Arial" panose="020B0604020202020204" pitchFamily="34" charset="0"/>
              <a:buChar char="•"/>
            </a:pPr>
            <a:r>
              <a:rPr lang="en-US" sz="1800" dirty="0"/>
              <a:t>No single optimal sequence length </a:t>
            </a:r>
          </a:p>
          <a:p>
            <a:pPr>
              <a:buFont typeface="Arial" panose="020B0604020202020204" pitchFamily="34" charset="0"/>
              <a:buChar char="•"/>
            </a:pPr>
            <a:r>
              <a:rPr lang="en-US" sz="1800" dirty="0"/>
              <a:t>Performance depends on balance between stability and temporal memory</a:t>
            </a:r>
          </a:p>
        </p:txBody>
      </p:sp>
      <p:pic>
        <p:nvPicPr>
          <p:cNvPr id="5" name="Picture 4" descr="A graph showing the growth of a company&#10;&#10;Description automatically generated with medium confidence">
            <a:extLst>
              <a:ext uri="{FF2B5EF4-FFF2-40B4-BE49-F238E27FC236}">
                <a16:creationId xmlns:a16="http://schemas.microsoft.com/office/drawing/2014/main" id="{45BD5F36-B583-53CB-B727-1C54596146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4321" y="912718"/>
            <a:ext cx="6650468" cy="3555177"/>
          </a:xfrm>
          <a:prstGeom prst="rect">
            <a:avLst/>
          </a:prstGeom>
        </p:spPr>
      </p:pic>
      <p:sp>
        <p:nvSpPr>
          <p:cNvPr id="6" name="Date Placeholder 3">
            <a:extLst>
              <a:ext uri="{FF2B5EF4-FFF2-40B4-BE49-F238E27FC236}">
                <a16:creationId xmlns:a16="http://schemas.microsoft.com/office/drawing/2014/main" id="{F10C710F-D118-C930-D575-256398C93A16}"/>
              </a:ext>
            </a:extLst>
          </p:cNvPr>
          <p:cNvSpPr txBox="1">
            <a:spLocks/>
          </p:cNvSpPr>
          <p:nvPr/>
        </p:nvSpPr>
        <p:spPr>
          <a:xfrm>
            <a:off x="164125" y="6590810"/>
            <a:ext cx="1071153" cy="365125"/>
          </a:xfrm>
          <a:prstGeom prst="rect">
            <a:avLst/>
          </a:prstGeom>
        </p:spPr>
        <p:txBody>
          <a:bodyPr vert="horz" wrap="square" lIns="91440" tIns="45720" rIns="91440" bIns="45720" numCol="1" anchor="t" anchorCtr="0" compatLnSpc="1">
            <a:prstTxWarp prst="textNoShape">
              <a:avLst/>
            </a:prstTxWarp>
            <a:normAutofit/>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spcAft>
                <a:spcPts val="600"/>
              </a:spcAft>
            </a:pPr>
            <a:r>
              <a:rPr lang="en-US" altLang="en-US" sz="1000" dirty="0">
                <a:solidFill>
                  <a:schemeClr val="bg1"/>
                </a:solidFill>
                <a:latin typeface="+mn-lt"/>
              </a:rPr>
              <a:t>MDP26-19</a:t>
            </a:r>
            <a:endParaRPr lang="fr-FR" altLang="en-US" sz="1000" dirty="0">
              <a:solidFill>
                <a:schemeClr val="bg1"/>
              </a:solidFill>
              <a:latin typeface="+mn-lt"/>
            </a:endParaRPr>
          </a:p>
        </p:txBody>
      </p:sp>
      <p:sp>
        <p:nvSpPr>
          <p:cNvPr id="7" name="Footer Placeholder 4">
            <a:extLst>
              <a:ext uri="{FF2B5EF4-FFF2-40B4-BE49-F238E27FC236}">
                <a16:creationId xmlns:a16="http://schemas.microsoft.com/office/drawing/2014/main" id="{C64D8119-6261-3A54-9615-0E8F32F9DDD0}"/>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graphicFrame>
        <p:nvGraphicFramePr>
          <p:cNvPr id="8" name="Table 7">
            <a:extLst>
              <a:ext uri="{FF2B5EF4-FFF2-40B4-BE49-F238E27FC236}">
                <a16:creationId xmlns:a16="http://schemas.microsoft.com/office/drawing/2014/main" id="{EF8C0621-F44A-B435-D031-DE6719496C54}"/>
              </a:ext>
            </a:extLst>
          </p:cNvPr>
          <p:cNvGraphicFramePr>
            <a:graphicFrameLocks noGrp="1"/>
          </p:cNvGraphicFramePr>
          <p:nvPr>
            <p:extLst>
              <p:ext uri="{D42A27DB-BD31-4B8C-83A1-F6EECF244321}">
                <p14:modId xmlns:p14="http://schemas.microsoft.com/office/powerpoint/2010/main" val="132009332"/>
              </p:ext>
            </p:extLst>
          </p:nvPr>
        </p:nvGraphicFramePr>
        <p:xfrm>
          <a:off x="6728802" y="2803963"/>
          <a:ext cx="2192175" cy="1219200"/>
        </p:xfrm>
        <a:graphic>
          <a:graphicData uri="http://schemas.openxmlformats.org/drawingml/2006/table">
            <a:tbl>
              <a:tblPr/>
              <a:tblGrid>
                <a:gridCol w="798831">
                  <a:extLst>
                    <a:ext uri="{9D8B030D-6E8A-4147-A177-3AD203B41FA5}">
                      <a16:colId xmlns:a16="http://schemas.microsoft.com/office/drawing/2014/main" val="1732751158"/>
                    </a:ext>
                  </a:extLst>
                </a:gridCol>
                <a:gridCol w="1393344">
                  <a:extLst>
                    <a:ext uri="{9D8B030D-6E8A-4147-A177-3AD203B41FA5}">
                      <a16:colId xmlns:a16="http://schemas.microsoft.com/office/drawing/2014/main" val="1606769148"/>
                    </a:ext>
                  </a:extLst>
                </a:gridCol>
              </a:tblGrid>
              <a:tr h="234312">
                <a:tc>
                  <a:txBody>
                    <a:bodyPr/>
                    <a:lstStyle/>
                    <a:p>
                      <a:r>
                        <a:rPr lang="en-US" sz="1400" b="1" dirty="0">
                          <a:latin typeface="Nadeem" pitchFamily="2" charset="-78"/>
                          <a:cs typeface="Nadeem" pitchFamily="2" charset="-78"/>
                        </a:rPr>
                        <a:t>Weeks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400" b="1" dirty="0">
                          <a:latin typeface="Nadeem" pitchFamily="2" charset="-78"/>
                          <a:cs typeface="Nadeem" pitchFamily="2" charset="-78"/>
                        </a:rPr>
                        <a:t>MAE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251109485"/>
                  </a:ext>
                </a:extLst>
              </a:tr>
              <a:tr h="234312">
                <a:tc>
                  <a:txBody>
                    <a:bodyPr/>
                    <a:lstStyle/>
                    <a:p>
                      <a:r>
                        <a:rPr lang="en-LB" sz="1400">
                          <a:latin typeface="Nadeem" pitchFamily="2" charset="-78"/>
                          <a:cs typeface="Nadeem" pitchFamily="2" charset="-78"/>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Nadeem" pitchFamily="2" charset="-78"/>
                          <a:cs typeface="Nadeem" pitchFamily="2" charset="-78"/>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4506347"/>
                  </a:ext>
                </a:extLst>
              </a:tr>
              <a:tr h="234312">
                <a:tc>
                  <a:txBody>
                    <a:bodyPr/>
                    <a:lstStyle/>
                    <a:p>
                      <a:r>
                        <a:rPr lang="en-LB" sz="1400">
                          <a:latin typeface="Nadeem" pitchFamily="2" charset="-78"/>
                          <a:cs typeface="Nadeem" pitchFamily="2" charset="-78"/>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1" dirty="0">
                          <a:latin typeface="Nadeem" pitchFamily="2" charset="-78"/>
                          <a:cs typeface="Nadeem" pitchFamily="2" charset="-78"/>
                        </a:rPr>
                        <a:t>best</a:t>
                      </a:r>
                      <a:endParaRPr lang="en-US" sz="1400" dirty="0">
                        <a:latin typeface="Nadeem" pitchFamily="2" charset="-78"/>
                        <a:cs typeface="Nadeem" pitchFamily="2"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4747629"/>
                  </a:ext>
                </a:extLst>
              </a:tr>
              <a:tr h="234312">
                <a:tc>
                  <a:txBody>
                    <a:bodyPr/>
                    <a:lstStyle/>
                    <a:p>
                      <a:r>
                        <a:rPr lang="en-LB" sz="1400">
                          <a:latin typeface="Nadeem" pitchFamily="2" charset="-78"/>
                          <a:cs typeface="Nadeem" pitchFamily="2" charset="-78"/>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Nadeem" pitchFamily="2" charset="-78"/>
                          <a:cs typeface="Nadeem" pitchFamily="2" charset="-78"/>
                        </a:rPr>
                        <a:t>slightly worse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1812952"/>
                  </a:ext>
                </a:extLst>
              </a:tr>
            </a:tbl>
          </a:graphicData>
        </a:graphic>
      </p:graphicFrame>
      <p:graphicFrame>
        <p:nvGraphicFramePr>
          <p:cNvPr id="9" name="Table 8">
            <a:extLst>
              <a:ext uri="{FF2B5EF4-FFF2-40B4-BE49-F238E27FC236}">
                <a16:creationId xmlns:a16="http://schemas.microsoft.com/office/drawing/2014/main" id="{BBD5D00B-536B-9E13-DDB7-663FDD92799E}"/>
              </a:ext>
            </a:extLst>
          </p:cNvPr>
          <p:cNvGraphicFramePr>
            <a:graphicFrameLocks noGrp="1"/>
          </p:cNvGraphicFramePr>
          <p:nvPr>
            <p:extLst>
              <p:ext uri="{D42A27DB-BD31-4B8C-83A1-F6EECF244321}">
                <p14:modId xmlns:p14="http://schemas.microsoft.com/office/powerpoint/2010/main" val="4102030861"/>
              </p:ext>
            </p:extLst>
          </p:nvPr>
        </p:nvGraphicFramePr>
        <p:xfrm>
          <a:off x="484907" y="4638790"/>
          <a:ext cx="8174185" cy="1731990"/>
        </p:xfrm>
        <a:graphic>
          <a:graphicData uri="http://schemas.openxmlformats.org/drawingml/2006/table">
            <a:tbl>
              <a:tblPr firstRow="1" firstCol="1" bandRow="1">
                <a:tableStyleId>{5940675A-B579-460E-94D1-54222C63F5DA}</a:tableStyleId>
              </a:tblPr>
              <a:tblGrid>
                <a:gridCol w="1634837">
                  <a:extLst>
                    <a:ext uri="{9D8B030D-6E8A-4147-A177-3AD203B41FA5}">
                      <a16:colId xmlns:a16="http://schemas.microsoft.com/office/drawing/2014/main" val="3192644953"/>
                    </a:ext>
                  </a:extLst>
                </a:gridCol>
                <a:gridCol w="1634837">
                  <a:extLst>
                    <a:ext uri="{9D8B030D-6E8A-4147-A177-3AD203B41FA5}">
                      <a16:colId xmlns:a16="http://schemas.microsoft.com/office/drawing/2014/main" val="3722352858"/>
                    </a:ext>
                  </a:extLst>
                </a:gridCol>
                <a:gridCol w="1634837">
                  <a:extLst>
                    <a:ext uri="{9D8B030D-6E8A-4147-A177-3AD203B41FA5}">
                      <a16:colId xmlns:a16="http://schemas.microsoft.com/office/drawing/2014/main" val="1017941235"/>
                    </a:ext>
                  </a:extLst>
                </a:gridCol>
                <a:gridCol w="1634837">
                  <a:extLst>
                    <a:ext uri="{9D8B030D-6E8A-4147-A177-3AD203B41FA5}">
                      <a16:colId xmlns:a16="http://schemas.microsoft.com/office/drawing/2014/main" val="1880849247"/>
                    </a:ext>
                  </a:extLst>
                </a:gridCol>
                <a:gridCol w="1634837">
                  <a:extLst>
                    <a:ext uri="{9D8B030D-6E8A-4147-A177-3AD203B41FA5}">
                      <a16:colId xmlns:a16="http://schemas.microsoft.com/office/drawing/2014/main" val="2701620642"/>
                    </a:ext>
                  </a:extLst>
                </a:gridCol>
              </a:tblGrid>
              <a:tr h="238470">
                <a:tc>
                  <a:txBody>
                    <a:bodyPr/>
                    <a:lstStyle/>
                    <a:p>
                      <a:pPr algn="ctr"/>
                      <a:r>
                        <a:rPr lang="en-LB" sz="1400" b="1" dirty="0">
                          <a:effectLst/>
                          <a:latin typeface="Nadeem" pitchFamily="2" charset="-78"/>
                          <a:cs typeface="Nadeem" pitchFamily="2" charset="-78"/>
                        </a:rPr>
                        <a:t>Sequence (weeks)</a:t>
                      </a:r>
                      <a:endParaRPr lang="en-LB" sz="14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1">
                        <a:lumMod val="20000"/>
                        <a:lumOff val="80000"/>
                      </a:schemeClr>
                    </a:solidFill>
                  </a:tcPr>
                </a:tc>
                <a:tc>
                  <a:txBody>
                    <a:bodyPr/>
                    <a:lstStyle/>
                    <a:p>
                      <a:pPr algn="ctr"/>
                      <a:r>
                        <a:rPr lang="en-LB" sz="1400" b="1" dirty="0">
                          <a:effectLst/>
                          <a:latin typeface="Nadeem" pitchFamily="2" charset="-78"/>
                          <a:cs typeface="Nadeem" pitchFamily="2" charset="-78"/>
                        </a:rPr>
                        <a:t>MAE (mean)</a:t>
                      </a:r>
                      <a:endParaRPr lang="en-LB" sz="14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1">
                        <a:lumMod val="20000"/>
                        <a:lumOff val="80000"/>
                      </a:schemeClr>
                    </a:solidFill>
                  </a:tcPr>
                </a:tc>
                <a:tc>
                  <a:txBody>
                    <a:bodyPr/>
                    <a:lstStyle/>
                    <a:p>
                      <a:pPr algn="ctr"/>
                      <a:r>
                        <a:rPr lang="en-LB" sz="1400" b="1" dirty="0">
                          <a:effectLst/>
                          <a:latin typeface="Nadeem" pitchFamily="2" charset="-78"/>
                          <a:cs typeface="Nadeem" pitchFamily="2" charset="-78"/>
                        </a:rPr>
                        <a:t>MAE (std)</a:t>
                      </a:r>
                      <a:endParaRPr lang="en-LB" sz="14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1">
                        <a:lumMod val="20000"/>
                        <a:lumOff val="80000"/>
                      </a:schemeClr>
                    </a:solidFill>
                  </a:tcPr>
                </a:tc>
                <a:tc>
                  <a:txBody>
                    <a:bodyPr/>
                    <a:lstStyle/>
                    <a:p>
                      <a:pPr algn="ctr"/>
                      <a:r>
                        <a:rPr lang="en-LB" sz="1400" b="1" dirty="0">
                          <a:effectLst/>
                          <a:latin typeface="Nadeem" pitchFamily="2" charset="-78"/>
                          <a:cs typeface="Nadeem" pitchFamily="2" charset="-78"/>
                        </a:rPr>
                        <a:t>RMSE (mean)</a:t>
                      </a:r>
                      <a:endParaRPr lang="en-LB" sz="14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1">
                        <a:lumMod val="20000"/>
                        <a:lumOff val="80000"/>
                      </a:schemeClr>
                    </a:solidFill>
                  </a:tcPr>
                </a:tc>
                <a:tc>
                  <a:txBody>
                    <a:bodyPr/>
                    <a:lstStyle/>
                    <a:p>
                      <a:pPr algn="ctr"/>
                      <a:r>
                        <a:rPr lang="en-LB" sz="1400" b="1" dirty="0">
                          <a:effectLst/>
                          <a:latin typeface="Nadeem" pitchFamily="2" charset="-78"/>
                          <a:cs typeface="Nadeem" pitchFamily="2" charset="-78"/>
                        </a:rPr>
                        <a:t>RMSE (std)</a:t>
                      </a:r>
                      <a:endParaRPr lang="en-LB" sz="14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1">
                        <a:lumMod val="20000"/>
                        <a:lumOff val="80000"/>
                      </a:schemeClr>
                    </a:solidFill>
                  </a:tcPr>
                </a:tc>
                <a:extLst>
                  <a:ext uri="{0D108BD9-81ED-4DB2-BD59-A6C34878D82A}">
                    <a16:rowId xmlns:a16="http://schemas.microsoft.com/office/drawing/2014/main" val="2232751062"/>
                  </a:ext>
                </a:extLst>
              </a:tr>
              <a:tr h="168706">
                <a:tc>
                  <a:txBody>
                    <a:bodyPr/>
                    <a:lstStyle/>
                    <a:p>
                      <a:r>
                        <a:rPr lang="en-LB" sz="1400">
                          <a:effectLst/>
                          <a:latin typeface="Nadeem" pitchFamily="2" charset="-78"/>
                          <a:cs typeface="Nadeem" pitchFamily="2" charset="-78"/>
                        </a:rPr>
                        <a:t>1</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0.530</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0.011</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0.811</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0.010</a:t>
                      </a:r>
                      <a:endParaRPr lang="en-LB" sz="14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4237304994"/>
                  </a:ext>
                </a:extLst>
              </a:tr>
              <a:tr h="179613">
                <a:tc>
                  <a:txBody>
                    <a:bodyPr/>
                    <a:lstStyle/>
                    <a:p>
                      <a:r>
                        <a:rPr lang="en-LB" sz="1400">
                          <a:effectLst/>
                          <a:latin typeface="Nadeem" pitchFamily="2" charset="-78"/>
                          <a:cs typeface="Nadeem" pitchFamily="2" charset="-78"/>
                        </a:rPr>
                        <a:t>2</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0.514</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0.014</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0.813</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0.014</a:t>
                      </a:r>
                      <a:endParaRPr lang="en-LB" sz="14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1726250157"/>
                  </a:ext>
                </a:extLst>
              </a:tr>
              <a:tr h="179613">
                <a:tc>
                  <a:txBody>
                    <a:bodyPr/>
                    <a:lstStyle/>
                    <a:p>
                      <a:r>
                        <a:rPr lang="en-LB" sz="1400">
                          <a:effectLst/>
                          <a:latin typeface="Nadeem" pitchFamily="2" charset="-78"/>
                          <a:cs typeface="Nadeem" pitchFamily="2" charset="-78"/>
                        </a:rPr>
                        <a:t>4</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0.454</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0.018</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0.715</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0.018</a:t>
                      </a:r>
                      <a:endParaRPr lang="en-LB" sz="14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1909231331"/>
                  </a:ext>
                </a:extLst>
              </a:tr>
              <a:tr h="168706">
                <a:tc>
                  <a:txBody>
                    <a:bodyPr/>
                    <a:lstStyle/>
                    <a:p>
                      <a:r>
                        <a:rPr lang="en-LB" sz="1400" b="1" dirty="0">
                          <a:effectLst/>
                          <a:latin typeface="Nadeem" pitchFamily="2" charset="-78"/>
                          <a:cs typeface="Nadeem" pitchFamily="2" charset="-78"/>
                        </a:rPr>
                        <a:t>6</a:t>
                      </a:r>
                      <a:endParaRPr lang="en-LB" sz="14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3">
                        <a:lumMod val="20000"/>
                        <a:lumOff val="80000"/>
                      </a:schemeClr>
                    </a:solidFill>
                  </a:tcPr>
                </a:tc>
                <a:tc>
                  <a:txBody>
                    <a:bodyPr/>
                    <a:lstStyle/>
                    <a:p>
                      <a:r>
                        <a:rPr lang="en-LB" sz="1400" b="1" dirty="0">
                          <a:effectLst/>
                          <a:latin typeface="Nadeem" pitchFamily="2" charset="-78"/>
                          <a:cs typeface="Nadeem" pitchFamily="2" charset="-78"/>
                        </a:rPr>
                        <a:t>0.380</a:t>
                      </a:r>
                      <a:endParaRPr lang="en-LB" sz="14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3">
                        <a:lumMod val="20000"/>
                        <a:lumOff val="80000"/>
                      </a:schemeClr>
                    </a:solidFill>
                  </a:tcPr>
                </a:tc>
                <a:tc>
                  <a:txBody>
                    <a:bodyPr/>
                    <a:lstStyle/>
                    <a:p>
                      <a:r>
                        <a:rPr lang="en-LB" sz="1400" b="1" dirty="0">
                          <a:effectLst/>
                          <a:latin typeface="Nadeem" pitchFamily="2" charset="-78"/>
                          <a:cs typeface="Nadeem" pitchFamily="2" charset="-78"/>
                        </a:rPr>
                        <a:t>0.012</a:t>
                      </a:r>
                      <a:endParaRPr lang="en-LB" sz="14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3">
                        <a:lumMod val="20000"/>
                        <a:lumOff val="80000"/>
                      </a:schemeClr>
                    </a:solidFill>
                  </a:tcPr>
                </a:tc>
                <a:tc>
                  <a:txBody>
                    <a:bodyPr/>
                    <a:lstStyle/>
                    <a:p>
                      <a:r>
                        <a:rPr lang="en-LB" sz="1400" b="1" dirty="0">
                          <a:effectLst/>
                          <a:latin typeface="Nadeem" pitchFamily="2" charset="-78"/>
                          <a:cs typeface="Nadeem" pitchFamily="2" charset="-78"/>
                        </a:rPr>
                        <a:t>0.616</a:t>
                      </a:r>
                      <a:endParaRPr lang="en-LB" sz="14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3">
                        <a:lumMod val="20000"/>
                        <a:lumOff val="80000"/>
                      </a:schemeClr>
                    </a:solidFill>
                  </a:tcPr>
                </a:tc>
                <a:tc>
                  <a:txBody>
                    <a:bodyPr/>
                    <a:lstStyle/>
                    <a:p>
                      <a:r>
                        <a:rPr lang="en-LB" sz="1400" b="1" dirty="0">
                          <a:effectLst/>
                          <a:latin typeface="Nadeem" pitchFamily="2" charset="-78"/>
                          <a:cs typeface="Nadeem" pitchFamily="2" charset="-78"/>
                        </a:rPr>
                        <a:t>0.015</a:t>
                      </a:r>
                      <a:endParaRPr lang="en-LB" sz="14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3">
                        <a:lumMod val="20000"/>
                        <a:lumOff val="80000"/>
                      </a:schemeClr>
                    </a:solidFill>
                  </a:tcPr>
                </a:tc>
                <a:extLst>
                  <a:ext uri="{0D108BD9-81ED-4DB2-BD59-A6C34878D82A}">
                    <a16:rowId xmlns:a16="http://schemas.microsoft.com/office/drawing/2014/main" val="3025410885"/>
                  </a:ext>
                </a:extLst>
              </a:tr>
              <a:tr h="179613">
                <a:tc>
                  <a:txBody>
                    <a:bodyPr/>
                    <a:lstStyle/>
                    <a:p>
                      <a:r>
                        <a:rPr lang="en-LB" sz="1400" dirty="0">
                          <a:effectLst/>
                          <a:latin typeface="Nadeem" pitchFamily="2" charset="-78"/>
                          <a:cs typeface="Nadeem" pitchFamily="2" charset="-78"/>
                        </a:rPr>
                        <a:t>8</a:t>
                      </a:r>
                      <a:endParaRPr lang="en-LB" sz="1400" dirty="0">
                        <a:effectLst/>
                        <a:latin typeface="Nadeem" pitchFamily="2" charset="-78"/>
                        <a:ea typeface="Times New Roman" panose="02020603050405020304" pitchFamily="18" charset="0"/>
                        <a:cs typeface="Nadeem" pitchFamily="2" charset="-78"/>
                      </a:endParaRPr>
                    </a:p>
                  </a:txBody>
                  <a:tcPr marL="68580" marR="68580" marT="0" marB="0">
                    <a:solidFill>
                      <a:schemeClr val="accent3">
                        <a:lumMod val="20000"/>
                        <a:lumOff val="80000"/>
                      </a:schemeClr>
                    </a:solidFill>
                  </a:tcPr>
                </a:tc>
                <a:tc>
                  <a:txBody>
                    <a:bodyPr/>
                    <a:lstStyle/>
                    <a:p>
                      <a:r>
                        <a:rPr lang="en-LB" sz="1400" dirty="0">
                          <a:effectLst/>
                          <a:latin typeface="Nadeem" pitchFamily="2" charset="-78"/>
                          <a:cs typeface="Nadeem" pitchFamily="2" charset="-78"/>
                        </a:rPr>
                        <a:t>0.438</a:t>
                      </a:r>
                      <a:endParaRPr lang="en-LB" sz="1400" dirty="0">
                        <a:effectLst/>
                        <a:latin typeface="Nadeem" pitchFamily="2" charset="-78"/>
                        <a:ea typeface="Times New Roman" panose="02020603050405020304" pitchFamily="18" charset="0"/>
                        <a:cs typeface="Nadeem" pitchFamily="2" charset="-78"/>
                      </a:endParaRPr>
                    </a:p>
                  </a:txBody>
                  <a:tcPr marL="68580" marR="68580" marT="0" marB="0">
                    <a:solidFill>
                      <a:schemeClr val="accent3">
                        <a:lumMod val="20000"/>
                        <a:lumOff val="80000"/>
                      </a:schemeClr>
                    </a:solidFill>
                  </a:tcPr>
                </a:tc>
                <a:tc>
                  <a:txBody>
                    <a:bodyPr/>
                    <a:lstStyle/>
                    <a:p>
                      <a:r>
                        <a:rPr lang="en-LB" sz="1400" dirty="0">
                          <a:effectLst/>
                          <a:latin typeface="Nadeem" pitchFamily="2" charset="-78"/>
                          <a:cs typeface="Nadeem" pitchFamily="2" charset="-78"/>
                        </a:rPr>
                        <a:t>0.046</a:t>
                      </a:r>
                      <a:endParaRPr lang="en-LB" sz="1400" dirty="0">
                        <a:effectLst/>
                        <a:latin typeface="Nadeem" pitchFamily="2" charset="-78"/>
                        <a:ea typeface="Times New Roman" panose="02020603050405020304" pitchFamily="18" charset="0"/>
                        <a:cs typeface="Nadeem" pitchFamily="2" charset="-78"/>
                      </a:endParaRPr>
                    </a:p>
                  </a:txBody>
                  <a:tcPr marL="68580" marR="68580" marT="0" marB="0">
                    <a:solidFill>
                      <a:schemeClr val="accent3">
                        <a:lumMod val="20000"/>
                        <a:lumOff val="80000"/>
                      </a:schemeClr>
                    </a:solidFill>
                  </a:tcPr>
                </a:tc>
                <a:tc>
                  <a:txBody>
                    <a:bodyPr/>
                    <a:lstStyle/>
                    <a:p>
                      <a:r>
                        <a:rPr lang="en-LB" sz="1400">
                          <a:effectLst/>
                          <a:latin typeface="Nadeem" pitchFamily="2" charset="-78"/>
                          <a:cs typeface="Nadeem" pitchFamily="2" charset="-78"/>
                        </a:rPr>
                        <a:t>0.673</a:t>
                      </a:r>
                      <a:endParaRPr lang="en-LB" sz="1400">
                        <a:effectLst/>
                        <a:latin typeface="Nadeem" pitchFamily="2" charset="-78"/>
                        <a:ea typeface="Times New Roman" panose="02020603050405020304" pitchFamily="18" charset="0"/>
                        <a:cs typeface="Nadeem" pitchFamily="2" charset="-78"/>
                      </a:endParaRPr>
                    </a:p>
                  </a:txBody>
                  <a:tcPr marL="68580" marR="68580" marT="0" marB="0">
                    <a:solidFill>
                      <a:schemeClr val="accent3">
                        <a:lumMod val="20000"/>
                        <a:lumOff val="80000"/>
                      </a:schemeClr>
                    </a:solidFill>
                  </a:tcPr>
                </a:tc>
                <a:tc>
                  <a:txBody>
                    <a:bodyPr/>
                    <a:lstStyle/>
                    <a:p>
                      <a:r>
                        <a:rPr lang="en-LB" sz="1400" dirty="0">
                          <a:effectLst/>
                          <a:latin typeface="Nadeem" pitchFamily="2" charset="-78"/>
                          <a:cs typeface="Nadeem" pitchFamily="2" charset="-78"/>
                        </a:rPr>
                        <a:t>0.047</a:t>
                      </a:r>
                      <a:endParaRPr lang="en-LB" sz="1400" dirty="0">
                        <a:effectLst/>
                        <a:latin typeface="Nadeem" pitchFamily="2" charset="-78"/>
                        <a:ea typeface="Times New Roman" panose="02020603050405020304" pitchFamily="18" charset="0"/>
                        <a:cs typeface="Nadeem" pitchFamily="2" charset="-78"/>
                      </a:endParaRPr>
                    </a:p>
                  </a:txBody>
                  <a:tcPr marL="68580" marR="68580" marT="0" marB="0">
                    <a:solidFill>
                      <a:schemeClr val="accent3">
                        <a:lumMod val="20000"/>
                        <a:lumOff val="80000"/>
                      </a:schemeClr>
                    </a:solidFill>
                  </a:tcPr>
                </a:tc>
                <a:extLst>
                  <a:ext uri="{0D108BD9-81ED-4DB2-BD59-A6C34878D82A}">
                    <a16:rowId xmlns:a16="http://schemas.microsoft.com/office/drawing/2014/main" val="2721783120"/>
                  </a:ext>
                </a:extLst>
              </a:tr>
              <a:tr h="179613">
                <a:tc>
                  <a:txBody>
                    <a:bodyPr/>
                    <a:lstStyle/>
                    <a:p>
                      <a:r>
                        <a:rPr lang="en-LB" sz="1400" dirty="0">
                          <a:effectLst/>
                          <a:latin typeface="Nadeem" pitchFamily="2" charset="-78"/>
                          <a:cs typeface="Nadeem" pitchFamily="2" charset="-78"/>
                        </a:rPr>
                        <a:t>10</a:t>
                      </a:r>
                      <a:endParaRPr lang="en-LB" sz="1400" dirty="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0.452</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0.046</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0.687</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0.048</a:t>
                      </a:r>
                      <a:endParaRPr lang="en-LB" sz="14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2923304737"/>
                  </a:ext>
                </a:extLst>
              </a:tr>
              <a:tr h="168706">
                <a:tc>
                  <a:txBody>
                    <a:bodyPr/>
                    <a:lstStyle/>
                    <a:p>
                      <a:r>
                        <a:rPr lang="en-LB" sz="1400">
                          <a:effectLst/>
                          <a:latin typeface="Nadeem" pitchFamily="2" charset="-78"/>
                          <a:cs typeface="Nadeem" pitchFamily="2" charset="-78"/>
                        </a:rPr>
                        <a:t>12</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dirty="0">
                          <a:effectLst/>
                          <a:latin typeface="Nadeem" pitchFamily="2" charset="-78"/>
                          <a:cs typeface="Nadeem" pitchFamily="2" charset="-78"/>
                        </a:rPr>
                        <a:t>0.474</a:t>
                      </a:r>
                      <a:endParaRPr lang="en-LB" sz="1400" dirty="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0.057</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0.702</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dirty="0">
                          <a:effectLst/>
                          <a:latin typeface="Nadeem" pitchFamily="2" charset="-78"/>
                          <a:cs typeface="Nadeem" pitchFamily="2" charset="-78"/>
                        </a:rPr>
                        <a:t>0.058</a:t>
                      </a:r>
                      <a:endParaRPr lang="en-LB" sz="1400" dirty="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3881802061"/>
                  </a:ext>
                </a:extLst>
              </a:tr>
            </a:tbl>
          </a:graphicData>
        </a:graphic>
      </p:graphicFrame>
    </p:spTree>
    <p:extLst>
      <p:ext uri="{BB962C8B-B14F-4D97-AF65-F5344CB8AC3E}">
        <p14:creationId xmlns:p14="http://schemas.microsoft.com/office/powerpoint/2010/main" val="2641255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DD0AD-7655-BBBF-D9CC-3FD70D328F1A}"/>
              </a:ext>
            </a:extLst>
          </p:cNvPr>
          <p:cNvSpPr>
            <a:spLocks noGrp="1"/>
          </p:cNvSpPr>
          <p:nvPr>
            <p:ph type="title"/>
          </p:nvPr>
        </p:nvSpPr>
        <p:spPr>
          <a:xfrm>
            <a:off x="274321" y="511827"/>
            <a:ext cx="8646656" cy="1833154"/>
          </a:xfrm>
        </p:spPr>
        <p:txBody>
          <a:bodyPr/>
          <a:lstStyle/>
          <a:p>
            <a:pPr algn="l"/>
            <a:r>
              <a:rPr lang="en-LB" sz="2400" dirty="0">
                <a:solidFill>
                  <a:srgbClr val="0A1C72"/>
                </a:solidFill>
                <a:latin typeface="Nadeem" pitchFamily="2" charset="-78"/>
                <a:cs typeface="Nadeem" pitchFamily="2" charset="-78"/>
              </a:rPr>
              <a:t>Results of Sequence Length Experiments &amp; Trade-Off</a:t>
            </a:r>
          </a:p>
        </p:txBody>
      </p:sp>
      <p:sp>
        <p:nvSpPr>
          <p:cNvPr id="4" name="TextBox 3">
            <a:extLst>
              <a:ext uri="{FF2B5EF4-FFF2-40B4-BE49-F238E27FC236}">
                <a16:creationId xmlns:a16="http://schemas.microsoft.com/office/drawing/2014/main" id="{2802F4EC-280A-DB19-BDDA-0C9517CB850F}"/>
              </a:ext>
            </a:extLst>
          </p:cNvPr>
          <p:cNvSpPr txBox="1"/>
          <p:nvPr/>
        </p:nvSpPr>
        <p:spPr>
          <a:xfrm>
            <a:off x="-7914904" y="1428404"/>
            <a:ext cx="7914904" cy="3970318"/>
          </a:xfrm>
          <a:prstGeom prst="rect">
            <a:avLst/>
          </a:prstGeom>
          <a:noFill/>
        </p:spPr>
        <p:txBody>
          <a:bodyPr wrap="square">
            <a:spAutoFit/>
          </a:bodyPr>
          <a:lstStyle/>
          <a:p>
            <a:r>
              <a:rPr lang="en-US" sz="1800" b="1" dirty="0"/>
              <a:t>Experimental Setup</a:t>
            </a:r>
          </a:p>
          <a:p>
            <a:pPr>
              <a:buFont typeface="Arial" panose="020B0604020202020204" pitchFamily="34" charset="0"/>
              <a:buChar char="•"/>
            </a:pPr>
            <a:r>
              <a:rPr lang="en-US" sz="1800" dirty="0"/>
              <a:t>Tested multiple LSTM configurations with different sequence lengths </a:t>
            </a:r>
          </a:p>
          <a:p>
            <a:pPr>
              <a:buFont typeface="Arial" panose="020B0604020202020204" pitchFamily="34" charset="0"/>
              <a:buChar char="•"/>
            </a:pPr>
            <a:r>
              <a:rPr lang="en-US" sz="1800" dirty="0"/>
              <a:t>Sequence lengths: 1, 2, 4, 6, 8, 10, 12 weeks </a:t>
            </a:r>
          </a:p>
          <a:p>
            <a:pPr>
              <a:buFont typeface="Arial" panose="020B0604020202020204" pitchFamily="34" charset="0"/>
              <a:buChar char="•"/>
            </a:pPr>
            <a:r>
              <a:rPr lang="en-US" sz="1800" dirty="0"/>
              <a:t>Same architecture and training settings for fairness </a:t>
            </a:r>
          </a:p>
          <a:p>
            <a:r>
              <a:rPr lang="en-US" sz="1800" b="1" dirty="0"/>
              <a:t>Key Findings</a:t>
            </a:r>
          </a:p>
          <a:p>
            <a:pPr>
              <a:buFont typeface="Arial" panose="020B0604020202020204" pitchFamily="34" charset="0"/>
              <a:buChar char="•"/>
            </a:pPr>
            <a:r>
              <a:rPr lang="en-US" sz="1800" dirty="0"/>
              <a:t>Very short sequences (1–2 weeks): insufficient temporal context </a:t>
            </a:r>
          </a:p>
          <a:p>
            <a:pPr>
              <a:buFont typeface="Arial" panose="020B0604020202020204" pitchFamily="34" charset="0"/>
              <a:buChar char="•"/>
            </a:pPr>
            <a:r>
              <a:rPr lang="en-US" sz="1800" dirty="0"/>
              <a:t>Medium sequences (4–6 weeks): best numerical performance </a:t>
            </a:r>
          </a:p>
          <a:p>
            <a:pPr>
              <a:buFont typeface="Arial" panose="020B0604020202020204" pitchFamily="34" charset="0"/>
              <a:buChar char="•"/>
            </a:pPr>
            <a:r>
              <a:rPr lang="en-US" sz="1800" dirty="0"/>
              <a:t>Longer sequences (8–12 weeks): smoother predictions but higher variability </a:t>
            </a:r>
          </a:p>
          <a:p>
            <a:r>
              <a:rPr lang="en-US" sz="1800" b="1" dirty="0"/>
              <a:t>Trade-off Observed</a:t>
            </a:r>
          </a:p>
          <a:p>
            <a:pPr>
              <a:buFont typeface="Arial" panose="020B0604020202020204" pitchFamily="34" charset="0"/>
              <a:buChar char="•"/>
            </a:pPr>
            <a:r>
              <a:rPr lang="en-US" sz="1800" dirty="0"/>
              <a:t>Numerical accuracy (MAE / RMSE) vs temporal realism </a:t>
            </a:r>
          </a:p>
          <a:p>
            <a:pPr>
              <a:buFont typeface="Arial" panose="020B0604020202020204" pitchFamily="34" charset="0"/>
              <a:buChar char="•"/>
            </a:pPr>
            <a:r>
              <a:rPr lang="en-US" sz="1800" dirty="0"/>
              <a:t>Best balance achieved around </a:t>
            </a:r>
            <a:r>
              <a:rPr lang="en-US" sz="1800" b="1" dirty="0"/>
              <a:t>6–8 weeks range</a:t>
            </a:r>
            <a:r>
              <a:rPr lang="en-US" sz="1800" dirty="0"/>
              <a:t> </a:t>
            </a:r>
          </a:p>
          <a:p>
            <a:r>
              <a:rPr lang="en-US" sz="1800" b="1" dirty="0"/>
              <a:t>Conclusion</a:t>
            </a:r>
          </a:p>
          <a:p>
            <a:pPr>
              <a:buFont typeface="Arial" panose="020B0604020202020204" pitchFamily="34" charset="0"/>
              <a:buChar char="•"/>
            </a:pPr>
            <a:r>
              <a:rPr lang="en-US" sz="1800" dirty="0"/>
              <a:t>No single optimal sequence length </a:t>
            </a:r>
          </a:p>
          <a:p>
            <a:pPr>
              <a:buFont typeface="Arial" panose="020B0604020202020204" pitchFamily="34" charset="0"/>
              <a:buChar char="•"/>
            </a:pPr>
            <a:r>
              <a:rPr lang="en-US" sz="1800" dirty="0"/>
              <a:t>Performance depends on balance between stability and temporal memory</a:t>
            </a:r>
          </a:p>
        </p:txBody>
      </p:sp>
      <p:sp>
        <p:nvSpPr>
          <p:cNvPr id="6" name="Date Placeholder 3">
            <a:extLst>
              <a:ext uri="{FF2B5EF4-FFF2-40B4-BE49-F238E27FC236}">
                <a16:creationId xmlns:a16="http://schemas.microsoft.com/office/drawing/2014/main" id="{F10C710F-D118-C930-D575-256398C93A16}"/>
              </a:ext>
            </a:extLst>
          </p:cNvPr>
          <p:cNvSpPr txBox="1">
            <a:spLocks/>
          </p:cNvSpPr>
          <p:nvPr/>
        </p:nvSpPr>
        <p:spPr>
          <a:xfrm>
            <a:off x="164125" y="6590810"/>
            <a:ext cx="1071153" cy="365125"/>
          </a:xfrm>
          <a:prstGeom prst="rect">
            <a:avLst/>
          </a:prstGeom>
        </p:spPr>
        <p:txBody>
          <a:bodyPr vert="horz" wrap="square" lIns="91440" tIns="45720" rIns="91440" bIns="45720" numCol="1" anchor="t" anchorCtr="0" compatLnSpc="1">
            <a:prstTxWarp prst="textNoShape">
              <a:avLst/>
            </a:prstTxWarp>
            <a:normAutofit/>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spcAft>
                <a:spcPts val="600"/>
              </a:spcAft>
            </a:pPr>
            <a:r>
              <a:rPr lang="en-US" altLang="en-US" sz="1000" dirty="0">
                <a:solidFill>
                  <a:schemeClr val="bg1"/>
                </a:solidFill>
                <a:latin typeface="+mn-lt"/>
              </a:rPr>
              <a:t>MDP26-19</a:t>
            </a:r>
            <a:endParaRPr lang="fr-FR" altLang="en-US" sz="1000" dirty="0">
              <a:solidFill>
                <a:schemeClr val="bg1"/>
              </a:solidFill>
              <a:latin typeface="+mn-lt"/>
            </a:endParaRPr>
          </a:p>
        </p:txBody>
      </p:sp>
      <p:sp>
        <p:nvSpPr>
          <p:cNvPr id="7" name="Footer Placeholder 4">
            <a:extLst>
              <a:ext uri="{FF2B5EF4-FFF2-40B4-BE49-F238E27FC236}">
                <a16:creationId xmlns:a16="http://schemas.microsoft.com/office/drawing/2014/main" id="{C64D8119-6261-3A54-9615-0E8F32F9DDD0}"/>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pic>
        <p:nvPicPr>
          <p:cNvPr id="10" name="Picture 9" descr="A graph of a graph&#10;&#10;Description automatically generated with medium confidence">
            <a:extLst>
              <a:ext uri="{FF2B5EF4-FFF2-40B4-BE49-F238E27FC236}">
                <a16:creationId xmlns:a16="http://schemas.microsoft.com/office/drawing/2014/main" id="{8F3E01BF-C7D5-0116-5CFB-4CCBE36B94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023461"/>
            <a:ext cx="4790192" cy="2763247"/>
          </a:xfrm>
          <a:prstGeom prst="rect">
            <a:avLst/>
          </a:prstGeom>
        </p:spPr>
      </p:pic>
      <p:pic>
        <p:nvPicPr>
          <p:cNvPr id="11" name="Picture 10" descr="A graph of a graph&#10;&#10;Description automatically generated with medium confidence">
            <a:extLst>
              <a:ext uri="{FF2B5EF4-FFF2-40B4-BE49-F238E27FC236}">
                <a16:creationId xmlns:a16="http://schemas.microsoft.com/office/drawing/2014/main" id="{C4D9B0CA-2AFD-040F-0F68-4119A66BE32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11" y="3801877"/>
            <a:ext cx="4800696" cy="2763247"/>
          </a:xfrm>
          <a:prstGeom prst="rect">
            <a:avLst/>
          </a:prstGeom>
        </p:spPr>
      </p:pic>
      <p:pic>
        <p:nvPicPr>
          <p:cNvPr id="12" name="Picture 11" descr="A graph of different colored lines&#10;&#10;Description automatically generated">
            <a:extLst>
              <a:ext uri="{FF2B5EF4-FFF2-40B4-BE49-F238E27FC236}">
                <a16:creationId xmlns:a16="http://schemas.microsoft.com/office/drawing/2014/main" id="{F17E317B-4A59-682C-6C1E-607F5292534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21382" y="1023462"/>
            <a:ext cx="4236604" cy="2763246"/>
          </a:xfrm>
          <a:prstGeom prst="rect">
            <a:avLst/>
          </a:prstGeom>
        </p:spPr>
      </p:pic>
      <p:pic>
        <p:nvPicPr>
          <p:cNvPr id="13" name="Picture 12" descr="A graph of a graph&#10;&#10;Description automatically generated with medium confidence">
            <a:extLst>
              <a:ext uri="{FF2B5EF4-FFF2-40B4-BE49-F238E27FC236}">
                <a16:creationId xmlns:a16="http://schemas.microsoft.com/office/drawing/2014/main" id="{053D46DD-1E62-DF0B-9D62-14BA7178732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03407" y="3812394"/>
            <a:ext cx="4272554" cy="2778416"/>
          </a:xfrm>
          <a:prstGeom prst="rect">
            <a:avLst/>
          </a:prstGeom>
        </p:spPr>
      </p:pic>
    </p:spTree>
    <p:extLst>
      <p:ext uri="{BB962C8B-B14F-4D97-AF65-F5344CB8AC3E}">
        <p14:creationId xmlns:p14="http://schemas.microsoft.com/office/powerpoint/2010/main" val="220962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860E962-66C0-B9B5-DC13-53C3F434C601}"/>
              </a:ext>
            </a:extLst>
          </p:cNvPr>
          <p:cNvSpPr txBox="1"/>
          <p:nvPr/>
        </p:nvSpPr>
        <p:spPr>
          <a:xfrm>
            <a:off x="255619" y="353645"/>
            <a:ext cx="5589596" cy="830997"/>
          </a:xfrm>
          <a:prstGeom prst="rect">
            <a:avLst/>
          </a:prstGeom>
          <a:noFill/>
        </p:spPr>
        <p:txBody>
          <a:bodyPr wrap="square">
            <a:spAutoFit/>
          </a:bodyPr>
          <a:lstStyle/>
          <a:p>
            <a:r>
              <a:rPr lang="en-US" b="1" dirty="0">
                <a:solidFill>
                  <a:srgbClr val="0A1C72"/>
                </a:solidFill>
                <a:latin typeface="Nadeem" pitchFamily="2" charset="-78"/>
                <a:cs typeface="Nadeem" pitchFamily="2" charset="-78"/>
              </a:rPr>
              <a:t>Long-Term Forecasting Experiment (MODIS 25-Years Dataset)</a:t>
            </a:r>
            <a:endParaRPr lang="en-LB" b="1" dirty="0">
              <a:solidFill>
                <a:srgbClr val="0A1C72"/>
              </a:solidFill>
              <a:latin typeface="Nadeem" pitchFamily="2" charset="-78"/>
              <a:cs typeface="Nadeem" pitchFamily="2" charset="-78"/>
            </a:endParaRPr>
          </a:p>
        </p:txBody>
      </p:sp>
      <p:pic>
        <p:nvPicPr>
          <p:cNvPr id="7" name="Picture 6" descr="A graph showing different colored lines&#10;&#10;Description automatically generated">
            <a:extLst>
              <a:ext uri="{FF2B5EF4-FFF2-40B4-BE49-F238E27FC236}">
                <a16:creationId xmlns:a16="http://schemas.microsoft.com/office/drawing/2014/main" id="{0B5EF459-F4CB-08BB-212C-8C591B52D68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9026" b="6135"/>
          <a:stretch/>
        </p:blipFill>
        <p:spPr>
          <a:xfrm>
            <a:off x="73742" y="1182231"/>
            <a:ext cx="6024015" cy="2776781"/>
          </a:xfrm>
          <a:prstGeom prst="rect">
            <a:avLst/>
          </a:prstGeom>
        </p:spPr>
      </p:pic>
      <p:pic>
        <p:nvPicPr>
          <p:cNvPr id="8" name="Picture 7" descr="A graph showing different colored lines&#10;&#10;Description automatically generated">
            <a:extLst>
              <a:ext uri="{FF2B5EF4-FFF2-40B4-BE49-F238E27FC236}">
                <a16:creationId xmlns:a16="http://schemas.microsoft.com/office/drawing/2014/main" id="{0971E3A0-E35C-A351-D9DA-15511EF889C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6744" b="7728"/>
          <a:stretch/>
        </p:blipFill>
        <p:spPr>
          <a:xfrm>
            <a:off x="73743" y="3821167"/>
            <a:ext cx="6024014" cy="2683188"/>
          </a:xfrm>
          <a:prstGeom prst="rect">
            <a:avLst/>
          </a:prstGeom>
        </p:spPr>
      </p:pic>
      <p:sp>
        <p:nvSpPr>
          <p:cNvPr id="9" name="Date Placeholder 3">
            <a:extLst>
              <a:ext uri="{FF2B5EF4-FFF2-40B4-BE49-F238E27FC236}">
                <a16:creationId xmlns:a16="http://schemas.microsoft.com/office/drawing/2014/main" id="{66C6E41E-6977-9F51-FE89-A33A1644160C}"/>
              </a:ext>
            </a:extLst>
          </p:cNvPr>
          <p:cNvSpPr txBox="1">
            <a:spLocks/>
          </p:cNvSpPr>
          <p:nvPr/>
        </p:nvSpPr>
        <p:spPr>
          <a:xfrm>
            <a:off x="164125" y="6590810"/>
            <a:ext cx="1071153" cy="365125"/>
          </a:xfrm>
          <a:prstGeom prst="rect">
            <a:avLst/>
          </a:prstGeom>
        </p:spPr>
        <p:txBody>
          <a:bodyPr vert="horz" wrap="square" lIns="91440" tIns="45720" rIns="91440" bIns="45720" numCol="1" anchor="t" anchorCtr="0" compatLnSpc="1">
            <a:prstTxWarp prst="textNoShape">
              <a:avLst/>
            </a:prstTxWarp>
            <a:normAutofit/>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spcAft>
                <a:spcPts val="600"/>
              </a:spcAft>
            </a:pPr>
            <a:r>
              <a:rPr lang="en-US" altLang="en-US" sz="1000" dirty="0">
                <a:solidFill>
                  <a:schemeClr val="bg1"/>
                </a:solidFill>
                <a:latin typeface="+mn-lt"/>
              </a:rPr>
              <a:t>MDP26-19</a:t>
            </a:r>
            <a:endParaRPr lang="fr-FR" altLang="en-US" sz="1000" dirty="0">
              <a:solidFill>
                <a:schemeClr val="bg1"/>
              </a:solidFill>
              <a:latin typeface="+mn-lt"/>
            </a:endParaRPr>
          </a:p>
        </p:txBody>
      </p:sp>
      <p:sp>
        <p:nvSpPr>
          <p:cNvPr id="10" name="Footer Placeholder 4">
            <a:extLst>
              <a:ext uri="{FF2B5EF4-FFF2-40B4-BE49-F238E27FC236}">
                <a16:creationId xmlns:a16="http://schemas.microsoft.com/office/drawing/2014/main" id="{521B5574-4F31-9BDA-8857-90F6AEDE2E6D}"/>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sp>
        <p:nvSpPr>
          <p:cNvPr id="12" name="TextBox 11">
            <a:extLst>
              <a:ext uri="{FF2B5EF4-FFF2-40B4-BE49-F238E27FC236}">
                <a16:creationId xmlns:a16="http://schemas.microsoft.com/office/drawing/2014/main" id="{1AAEF734-E4B8-BB3C-B30B-56BD1D6D3092}"/>
              </a:ext>
            </a:extLst>
          </p:cNvPr>
          <p:cNvSpPr txBox="1"/>
          <p:nvPr/>
        </p:nvSpPr>
        <p:spPr>
          <a:xfrm>
            <a:off x="6097758" y="1322740"/>
            <a:ext cx="2972499" cy="3600986"/>
          </a:xfrm>
          <a:prstGeom prst="rect">
            <a:avLst/>
          </a:prstGeom>
          <a:noFill/>
        </p:spPr>
        <p:txBody>
          <a:bodyPr wrap="square">
            <a:spAutoFit/>
          </a:bodyPr>
          <a:lstStyle/>
          <a:p>
            <a:r>
              <a:rPr lang="en-US" sz="1400" b="1" dirty="0">
                <a:latin typeface="Nadeem" pitchFamily="2" charset="-78"/>
                <a:cs typeface="Nadeem" pitchFamily="2" charset="-78"/>
              </a:rPr>
              <a:t>Objective</a:t>
            </a:r>
          </a:p>
          <a:p>
            <a:pPr marL="285750" indent="-285750">
              <a:buFont typeface="Arial" panose="020B0604020202020204" pitchFamily="34" charset="0"/>
              <a:buChar char="•"/>
            </a:pPr>
            <a:r>
              <a:rPr lang="en-US" sz="1400" dirty="0">
                <a:latin typeface="Nadeem" pitchFamily="2" charset="-78"/>
                <a:cs typeface="Nadeem" pitchFamily="2" charset="-78"/>
              </a:rPr>
              <a:t>Test whether more historical data improves performance</a:t>
            </a:r>
          </a:p>
          <a:p>
            <a:r>
              <a:rPr lang="en-US" sz="1400" dirty="0">
                <a:latin typeface="Nadeem" pitchFamily="2" charset="-78"/>
                <a:cs typeface="Nadeem" pitchFamily="2" charset="-78"/>
              </a:rPr>
              <a:t> </a:t>
            </a:r>
          </a:p>
          <a:p>
            <a:r>
              <a:rPr lang="en-US" sz="1400" b="1" dirty="0">
                <a:latin typeface="Nadeem" pitchFamily="2" charset="-78"/>
                <a:cs typeface="Nadeem" pitchFamily="2" charset="-78"/>
              </a:rPr>
              <a:t>Observations</a:t>
            </a:r>
          </a:p>
          <a:p>
            <a:pPr marL="285750" indent="-285750">
              <a:buFont typeface="Arial" panose="020B0604020202020204" pitchFamily="34" charset="0"/>
              <a:buChar char="•"/>
            </a:pPr>
            <a:r>
              <a:rPr lang="en-US" sz="1400" dirty="0">
                <a:latin typeface="Nadeem" pitchFamily="2" charset="-78"/>
                <a:cs typeface="Nadeem" pitchFamily="2" charset="-78"/>
              </a:rPr>
              <a:t>Smoother long-term trends </a:t>
            </a:r>
          </a:p>
          <a:p>
            <a:pPr marL="285750" indent="-285750">
              <a:buFont typeface="Arial" panose="020B0604020202020204" pitchFamily="34" charset="0"/>
              <a:buChar char="•"/>
            </a:pPr>
            <a:r>
              <a:rPr lang="en-US" sz="1400" dirty="0">
                <a:latin typeface="Nadeem" pitchFamily="2" charset="-78"/>
                <a:cs typeface="Nadeem" pitchFamily="2" charset="-78"/>
              </a:rPr>
              <a:t>Better seasonal consistency </a:t>
            </a:r>
          </a:p>
          <a:p>
            <a:pPr marL="285750" indent="-285750">
              <a:buFont typeface="Arial" panose="020B0604020202020204" pitchFamily="34" charset="0"/>
              <a:buChar char="•"/>
            </a:pPr>
            <a:r>
              <a:rPr lang="en-US" sz="1400" dirty="0">
                <a:latin typeface="Nadeem" pitchFamily="2" charset="-78"/>
                <a:cs typeface="Nadeem" pitchFamily="2" charset="-78"/>
              </a:rPr>
              <a:t>Still noticeable prediction errors ( </a:t>
            </a:r>
            <a:r>
              <a:rPr lang="en-LB" sz="1400" dirty="0">
                <a:latin typeface="Nadeem" pitchFamily="2" charset="-78"/>
                <a:cs typeface="Nadeem" pitchFamily="2" charset="-78"/>
              </a:rPr>
              <a:t>RMSE ≈ 0.6 )</a:t>
            </a:r>
            <a:r>
              <a:rPr lang="en-US" sz="1400" dirty="0">
                <a:latin typeface="Nadeem" pitchFamily="2" charset="-78"/>
                <a:cs typeface="Nadeem" pitchFamily="2" charset="-78"/>
              </a:rPr>
              <a:t> </a:t>
            </a:r>
          </a:p>
          <a:p>
            <a:endParaRPr lang="en-US" sz="1400" i="1" dirty="0">
              <a:latin typeface="Nadeem" pitchFamily="2" charset="-78"/>
              <a:cs typeface="Nadeem" pitchFamily="2" charset="-78"/>
            </a:endParaRPr>
          </a:p>
          <a:p>
            <a:endParaRPr lang="en-US" sz="1400" i="1" dirty="0">
              <a:latin typeface="Nadeem" pitchFamily="2" charset="-78"/>
              <a:cs typeface="Nadeem" pitchFamily="2" charset="-78"/>
            </a:endParaRPr>
          </a:p>
          <a:p>
            <a:endParaRPr lang="en-US" sz="1400" i="1" dirty="0">
              <a:latin typeface="Nadeem" pitchFamily="2" charset="-78"/>
              <a:cs typeface="Nadeem" pitchFamily="2" charset="-78"/>
            </a:endParaRPr>
          </a:p>
          <a:p>
            <a:endParaRPr lang="en-US" sz="1400" i="1" dirty="0">
              <a:latin typeface="Nadeem" pitchFamily="2" charset="-78"/>
              <a:cs typeface="Nadeem" pitchFamily="2" charset="-78"/>
            </a:endParaRPr>
          </a:p>
          <a:p>
            <a:r>
              <a:rPr lang="en-US" sz="1400" i="1" dirty="0">
                <a:latin typeface="Nadeem" pitchFamily="2" charset="-78"/>
                <a:cs typeface="Nadeem" pitchFamily="2" charset="-78"/>
                <a:sym typeface="Wingdings" pitchFamily="2" charset="2"/>
              </a:rPr>
              <a:t> </a:t>
            </a:r>
            <a:r>
              <a:rPr lang="en-US" sz="1400" i="1" dirty="0">
                <a:latin typeface="Nadeem" pitchFamily="2" charset="-78"/>
                <a:cs typeface="Nadeem" pitchFamily="2" charset="-78"/>
              </a:rPr>
              <a:t>More data improves stability, but does NOT eliminate forecasting errors</a:t>
            </a:r>
            <a:endParaRPr lang="en-US" sz="1400" dirty="0">
              <a:latin typeface="Nadeem" pitchFamily="2" charset="-78"/>
              <a:cs typeface="Nadeem" pitchFamily="2" charset="-78"/>
            </a:endParaRPr>
          </a:p>
        </p:txBody>
      </p:sp>
    </p:spTree>
    <p:extLst>
      <p:ext uri="{BB962C8B-B14F-4D97-AF65-F5344CB8AC3E}">
        <p14:creationId xmlns:p14="http://schemas.microsoft.com/office/powerpoint/2010/main" val="1635085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 Evaluation and Iterative improvements</a:t>
            </a:r>
          </a:p>
        </p:txBody>
      </p:sp>
      <p:sp>
        <p:nvSpPr>
          <p:cNvPr id="6" name="Slide Number Placeholder 5"/>
          <p:cNvSpPr>
            <a:spLocks noGrp="1"/>
          </p:cNvSpPr>
          <p:nvPr>
            <p:ph type="sldNum" sz="quarter" idx="12"/>
          </p:nvPr>
        </p:nvSpPr>
        <p:spPr/>
        <p:txBody>
          <a:bodyPr/>
          <a:lstStyle/>
          <a:p>
            <a:fld id="{7F40025E-8A47-7E48-AA2F-82A25E5E3F97}" type="slidenum">
              <a:rPr lang="en-US" altLang="en-US" smtClean="0"/>
              <a:pPr/>
              <a:t>20</a:t>
            </a:fld>
            <a:endParaRPr lang="en-US" altLang="en-US" dirty="0"/>
          </a:p>
        </p:txBody>
      </p:sp>
      <p:sp>
        <p:nvSpPr>
          <p:cNvPr id="10" name="TextBox 9">
            <a:extLst>
              <a:ext uri="{FF2B5EF4-FFF2-40B4-BE49-F238E27FC236}">
                <a16:creationId xmlns:a16="http://schemas.microsoft.com/office/drawing/2014/main" id="{BFA63CFA-6052-28C5-E720-90529E9744F7}"/>
              </a:ext>
            </a:extLst>
          </p:cNvPr>
          <p:cNvSpPr txBox="1"/>
          <p:nvPr/>
        </p:nvSpPr>
        <p:spPr>
          <a:xfrm>
            <a:off x="645776" y="1255713"/>
            <a:ext cx="7285512" cy="4770537"/>
          </a:xfrm>
          <a:prstGeom prst="rect">
            <a:avLst/>
          </a:prstGeom>
          <a:noFill/>
        </p:spPr>
        <p:txBody>
          <a:bodyPr wrap="square">
            <a:spAutoFit/>
          </a:bodyPr>
          <a:lstStyle/>
          <a:p>
            <a:r>
              <a:rPr lang="en-US" sz="1600" b="1" dirty="0"/>
              <a:t>Evaluation Strategy</a:t>
            </a:r>
          </a:p>
          <a:p>
            <a:pPr>
              <a:buFont typeface="Arial" panose="020B0604020202020204" pitchFamily="34" charset="0"/>
              <a:buChar char="•"/>
            </a:pPr>
            <a:r>
              <a:rPr lang="en-US" sz="1600" dirty="0"/>
              <a:t>Performance metrics: MAE and RMSE </a:t>
            </a:r>
          </a:p>
          <a:p>
            <a:pPr>
              <a:buFont typeface="Arial" panose="020B0604020202020204" pitchFamily="34" charset="0"/>
              <a:buChar char="•"/>
            </a:pPr>
            <a:r>
              <a:rPr lang="en-US" sz="1600" dirty="0"/>
              <a:t>Comparison with baseline persistence model </a:t>
            </a:r>
          </a:p>
          <a:p>
            <a:pPr>
              <a:buFont typeface="Arial" panose="020B0604020202020204" pitchFamily="34" charset="0"/>
              <a:buChar char="•"/>
            </a:pPr>
            <a:r>
              <a:rPr lang="en-US" sz="1600" dirty="0"/>
              <a:t>Visual analysis of predicted vs actual snow cover </a:t>
            </a:r>
          </a:p>
          <a:p>
            <a:r>
              <a:rPr lang="en-US" sz="1600" b="1" dirty="0"/>
              <a:t>Testing Approach</a:t>
            </a:r>
          </a:p>
          <a:p>
            <a:pPr>
              <a:buFont typeface="Arial" panose="020B0604020202020204" pitchFamily="34" charset="0"/>
              <a:buChar char="•"/>
            </a:pPr>
            <a:r>
              <a:rPr lang="en-US" sz="1600" dirty="0"/>
              <a:t>Multiple sequence lengths evaluated (1 to 12 weeks) </a:t>
            </a:r>
          </a:p>
          <a:p>
            <a:pPr>
              <a:buFont typeface="Arial" panose="020B0604020202020204" pitchFamily="34" charset="0"/>
              <a:buChar char="•"/>
            </a:pPr>
            <a:r>
              <a:rPr lang="en-US" sz="1600" dirty="0"/>
              <a:t>Consistent training setup across experiments </a:t>
            </a:r>
          </a:p>
          <a:p>
            <a:pPr>
              <a:buFont typeface="Arial" panose="020B0604020202020204" pitchFamily="34" charset="0"/>
              <a:buChar char="•"/>
            </a:pPr>
            <a:r>
              <a:rPr lang="en-US" sz="1600" dirty="0"/>
              <a:t>Validation on unseen test data </a:t>
            </a:r>
          </a:p>
          <a:p>
            <a:r>
              <a:rPr lang="en-US" sz="1600" b="1" dirty="0"/>
              <a:t>Iterative Improvements</a:t>
            </a:r>
          </a:p>
          <a:p>
            <a:pPr>
              <a:buFont typeface="Arial" panose="020B0604020202020204" pitchFamily="34" charset="0"/>
              <a:buChar char="•"/>
            </a:pPr>
            <a:r>
              <a:rPr lang="en-US" sz="1600" dirty="0"/>
              <a:t>Adjustment of sequence length for optimal performance </a:t>
            </a:r>
          </a:p>
          <a:p>
            <a:pPr>
              <a:buFont typeface="Arial" panose="020B0604020202020204" pitchFamily="34" charset="0"/>
              <a:buChar char="•"/>
            </a:pPr>
            <a:r>
              <a:rPr lang="en-US" sz="1600" dirty="0"/>
              <a:t>Refinement of feature engineering and preprocessing </a:t>
            </a:r>
          </a:p>
          <a:p>
            <a:pPr>
              <a:buFont typeface="Arial" panose="020B0604020202020204" pitchFamily="34" charset="0"/>
              <a:buChar char="•"/>
            </a:pPr>
            <a:r>
              <a:rPr lang="en-US" sz="1600" dirty="0"/>
              <a:t>Model tuning (dropout, training stability) </a:t>
            </a:r>
          </a:p>
          <a:p>
            <a:r>
              <a:rPr lang="en-US" sz="1600" b="1" dirty="0"/>
              <a:t>Critical Evaluation</a:t>
            </a:r>
          </a:p>
          <a:p>
            <a:pPr>
              <a:buFont typeface="Arial" panose="020B0604020202020204" pitchFamily="34" charset="0"/>
              <a:buChar char="•"/>
            </a:pPr>
            <a:r>
              <a:rPr lang="en-US" sz="1600" dirty="0"/>
              <a:t>Strengths: </a:t>
            </a:r>
          </a:p>
          <a:p>
            <a:pPr marL="742950" lvl="1" indent="-285750">
              <a:buFont typeface="Arial" panose="020B0604020202020204" pitchFamily="34" charset="0"/>
              <a:buChar char="•"/>
            </a:pPr>
            <a:r>
              <a:rPr lang="en-US" sz="1600" dirty="0"/>
              <a:t>Good prediction of seasonal trends </a:t>
            </a:r>
          </a:p>
          <a:p>
            <a:pPr marL="742950" lvl="1" indent="-285750">
              <a:buFont typeface="Arial" panose="020B0604020202020204" pitchFamily="34" charset="0"/>
              <a:buChar char="•"/>
            </a:pPr>
            <a:r>
              <a:rPr lang="en-US" sz="1600" dirty="0"/>
              <a:t>Improved performance over baseline </a:t>
            </a:r>
          </a:p>
          <a:p>
            <a:pPr>
              <a:buFont typeface="Arial" panose="020B0604020202020204" pitchFamily="34" charset="0"/>
              <a:buChar char="•"/>
            </a:pPr>
            <a:r>
              <a:rPr lang="en-US" sz="1600" dirty="0"/>
              <a:t>Limitations: </a:t>
            </a:r>
          </a:p>
          <a:p>
            <a:pPr marL="742950" lvl="1" indent="-285750">
              <a:buFont typeface="Arial" panose="020B0604020202020204" pitchFamily="34" charset="0"/>
              <a:buChar char="•"/>
            </a:pPr>
            <a:r>
              <a:rPr lang="en-US" sz="1600" dirty="0"/>
              <a:t>Difficulty capturing extreme peaks </a:t>
            </a:r>
          </a:p>
          <a:p>
            <a:pPr marL="742950" lvl="1" indent="-285750">
              <a:buFont typeface="Arial" panose="020B0604020202020204" pitchFamily="34" charset="0"/>
              <a:buChar char="•"/>
            </a:pPr>
            <a:r>
              <a:rPr lang="en-US" sz="1600" dirty="0"/>
              <a:t>Sensitivity to data variability and sequence length </a:t>
            </a:r>
          </a:p>
        </p:txBody>
      </p:sp>
      <p:sp>
        <p:nvSpPr>
          <p:cNvPr id="11" name="Date Placeholder 3">
            <a:extLst>
              <a:ext uri="{FF2B5EF4-FFF2-40B4-BE49-F238E27FC236}">
                <a16:creationId xmlns:a16="http://schemas.microsoft.com/office/drawing/2014/main" id="{8E4D2D96-F957-61EF-C4AD-908A75AB8078}"/>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2" name="Footer Placeholder 4">
            <a:extLst>
              <a:ext uri="{FF2B5EF4-FFF2-40B4-BE49-F238E27FC236}">
                <a16:creationId xmlns:a16="http://schemas.microsoft.com/office/drawing/2014/main" id="{C6F9999F-8C10-EC86-BCF0-14819B3A15B5}"/>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graphicFrame>
        <p:nvGraphicFramePr>
          <p:cNvPr id="13" name="Diagram 12">
            <a:extLst>
              <a:ext uri="{FF2B5EF4-FFF2-40B4-BE49-F238E27FC236}">
                <a16:creationId xmlns:a16="http://schemas.microsoft.com/office/drawing/2014/main" id="{BFA4581F-2551-BB4E-56B1-1B1E412B0BE5}"/>
              </a:ext>
            </a:extLst>
          </p:cNvPr>
          <p:cNvGraphicFramePr/>
          <p:nvPr>
            <p:extLst>
              <p:ext uri="{D42A27DB-BD31-4B8C-83A1-F6EECF244321}">
                <p14:modId xmlns:p14="http://schemas.microsoft.com/office/powerpoint/2010/main" val="1827955293"/>
              </p:ext>
            </p:extLst>
          </p:nvPr>
        </p:nvGraphicFramePr>
        <p:xfrm>
          <a:off x="3422248" y="2003426"/>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094073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Impact</a:t>
            </a:r>
          </a:p>
        </p:txBody>
      </p:sp>
      <p:sp>
        <p:nvSpPr>
          <p:cNvPr id="6" name="Slide Number Placeholder 5"/>
          <p:cNvSpPr>
            <a:spLocks noGrp="1"/>
          </p:cNvSpPr>
          <p:nvPr>
            <p:ph type="sldNum" sz="quarter" idx="12"/>
          </p:nvPr>
        </p:nvSpPr>
        <p:spPr/>
        <p:txBody>
          <a:bodyPr/>
          <a:lstStyle/>
          <a:p>
            <a:fld id="{7F40025E-8A47-7E48-AA2F-82A25E5E3F97}" type="slidenum">
              <a:rPr lang="en-US" altLang="en-US" smtClean="0"/>
              <a:pPr/>
              <a:t>21</a:t>
            </a:fld>
            <a:endParaRPr lang="en-US" altLang="en-US" dirty="0"/>
          </a:p>
        </p:txBody>
      </p:sp>
      <p:sp>
        <p:nvSpPr>
          <p:cNvPr id="10" name="TextBox 9">
            <a:extLst>
              <a:ext uri="{FF2B5EF4-FFF2-40B4-BE49-F238E27FC236}">
                <a16:creationId xmlns:a16="http://schemas.microsoft.com/office/drawing/2014/main" id="{8E866995-B07C-DFEB-4070-E5ED581CCCEF}"/>
              </a:ext>
            </a:extLst>
          </p:cNvPr>
          <p:cNvSpPr txBox="1"/>
          <p:nvPr/>
        </p:nvSpPr>
        <p:spPr>
          <a:xfrm>
            <a:off x="457200" y="1255713"/>
            <a:ext cx="8140535" cy="3539430"/>
          </a:xfrm>
          <a:prstGeom prst="rect">
            <a:avLst/>
          </a:prstGeom>
          <a:noFill/>
        </p:spPr>
        <p:txBody>
          <a:bodyPr wrap="square">
            <a:spAutoFit/>
          </a:bodyPr>
          <a:lstStyle/>
          <a:p>
            <a:r>
              <a:rPr lang="en-US" sz="1600" b="1" dirty="0"/>
              <a:t>Environmental Impact</a:t>
            </a:r>
          </a:p>
          <a:p>
            <a:pPr>
              <a:buFont typeface="Arial" panose="020B0604020202020204" pitchFamily="34" charset="0"/>
              <a:buChar char="•"/>
            </a:pPr>
            <a:r>
              <a:rPr lang="en-US" sz="1600" dirty="0"/>
              <a:t>Improved monitoring of snow cover dynamics </a:t>
            </a:r>
          </a:p>
          <a:p>
            <a:pPr>
              <a:buFont typeface="Arial" panose="020B0604020202020204" pitchFamily="34" charset="0"/>
              <a:buChar char="•"/>
            </a:pPr>
            <a:r>
              <a:rPr lang="en-US" sz="1600" dirty="0"/>
              <a:t>Better understanding of </a:t>
            </a:r>
            <a:r>
              <a:rPr lang="en-US" sz="1600" b="1" dirty="0"/>
              <a:t>water resource availability</a:t>
            </a:r>
            <a:r>
              <a:rPr lang="en-US" sz="1600" dirty="0"/>
              <a:t> </a:t>
            </a:r>
          </a:p>
          <a:p>
            <a:pPr>
              <a:buFont typeface="Arial" panose="020B0604020202020204" pitchFamily="34" charset="0"/>
              <a:buChar char="•"/>
            </a:pPr>
            <a:r>
              <a:rPr lang="en-US" sz="1600" dirty="0"/>
              <a:t>Contribution to </a:t>
            </a:r>
            <a:r>
              <a:rPr lang="en-US" sz="1600" b="1" dirty="0"/>
              <a:t>climate change analysis</a:t>
            </a:r>
            <a:r>
              <a:rPr lang="en-US" sz="1600" dirty="0"/>
              <a:t> </a:t>
            </a:r>
          </a:p>
          <a:p>
            <a:r>
              <a:rPr lang="en-US" sz="1600" b="1" dirty="0"/>
              <a:t>Societal Impact</a:t>
            </a:r>
          </a:p>
          <a:p>
            <a:pPr>
              <a:buFont typeface="Arial" panose="020B0604020202020204" pitchFamily="34" charset="0"/>
              <a:buChar char="•"/>
            </a:pPr>
            <a:r>
              <a:rPr lang="en-US" sz="1600" dirty="0"/>
              <a:t>Enhanced preparedness for winter conditions </a:t>
            </a:r>
          </a:p>
          <a:p>
            <a:pPr>
              <a:buFont typeface="Arial" panose="020B0604020202020204" pitchFamily="34" charset="0"/>
              <a:buChar char="•"/>
            </a:pPr>
            <a:r>
              <a:rPr lang="en-US" sz="1600" dirty="0"/>
              <a:t>Support for infrastructure management and emergency planning </a:t>
            </a:r>
          </a:p>
          <a:p>
            <a:pPr>
              <a:buFont typeface="Arial" panose="020B0604020202020204" pitchFamily="34" charset="0"/>
              <a:buChar char="•"/>
            </a:pPr>
            <a:r>
              <a:rPr lang="en-US" sz="1600" dirty="0"/>
              <a:t>Improved decision-making for public authorities </a:t>
            </a:r>
          </a:p>
          <a:p>
            <a:r>
              <a:rPr lang="en-US" sz="1600" b="1" dirty="0"/>
              <a:t>Economic Impact</a:t>
            </a:r>
          </a:p>
          <a:p>
            <a:pPr>
              <a:buFont typeface="Arial" panose="020B0604020202020204" pitchFamily="34" charset="0"/>
              <a:buChar char="•"/>
            </a:pPr>
            <a:r>
              <a:rPr lang="en-US" sz="1600" dirty="0"/>
              <a:t>Support for </a:t>
            </a:r>
            <a:r>
              <a:rPr lang="en-US" sz="1600" b="1" dirty="0"/>
              <a:t>tourism sector</a:t>
            </a:r>
            <a:r>
              <a:rPr lang="en-US" sz="1600" dirty="0"/>
              <a:t> (snow-dependent activities) </a:t>
            </a:r>
          </a:p>
          <a:p>
            <a:pPr>
              <a:buFont typeface="Arial" panose="020B0604020202020204" pitchFamily="34" charset="0"/>
              <a:buChar char="•"/>
            </a:pPr>
            <a:r>
              <a:rPr lang="en-US" sz="1600" dirty="0"/>
              <a:t>Better planning for </a:t>
            </a:r>
            <a:r>
              <a:rPr lang="en-US" sz="1600" b="1" dirty="0"/>
              <a:t>agriculture and water usage</a:t>
            </a:r>
            <a:r>
              <a:rPr lang="en-US" sz="1600" dirty="0"/>
              <a:t> </a:t>
            </a:r>
          </a:p>
          <a:p>
            <a:pPr>
              <a:buFont typeface="Arial" panose="020B0604020202020204" pitchFamily="34" charset="0"/>
              <a:buChar char="•"/>
            </a:pPr>
            <a:r>
              <a:rPr lang="en-US" sz="1600" dirty="0"/>
              <a:t>Reduction of uncertainty in resource management </a:t>
            </a:r>
          </a:p>
          <a:p>
            <a:r>
              <a:rPr lang="en-US" sz="1600" b="1" dirty="0"/>
              <a:t>Key Insight</a:t>
            </a:r>
          </a:p>
          <a:p>
            <a:pPr>
              <a:buFont typeface="Arial" panose="020B0604020202020204" pitchFamily="34" charset="0"/>
              <a:buChar char="•"/>
            </a:pPr>
            <a:r>
              <a:rPr lang="en-US" sz="1600" dirty="0"/>
              <a:t>Snow forecasting systems can support </a:t>
            </a:r>
            <a:r>
              <a:rPr lang="en-US" sz="1600" b="1" dirty="0"/>
              <a:t>sustainable decision-making</a:t>
            </a:r>
            <a:r>
              <a:rPr lang="en-US" sz="1600" dirty="0"/>
              <a:t> in mountainous regions </a:t>
            </a:r>
          </a:p>
        </p:txBody>
      </p:sp>
      <p:sp>
        <p:nvSpPr>
          <p:cNvPr id="11" name="Date Placeholder 3">
            <a:extLst>
              <a:ext uri="{FF2B5EF4-FFF2-40B4-BE49-F238E27FC236}">
                <a16:creationId xmlns:a16="http://schemas.microsoft.com/office/drawing/2014/main" id="{63599F89-4E1A-00D5-A46F-8A09CB5AC72B}"/>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2" name="Footer Placeholder 4">
            <a:extLst>
              <a:ext uri="{FF2B5EF4-FFF2-40B4-BE49-F238E27FC236}">
                <a16:creationId xmlns:a16="http://schemas.microsoft.com/office/drawing/2014/main" id="{A99924B0-E59B-ECDF-4438-E2B07EAC8F82}"/>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spTree>
    <p:extLst>
      <p:ext uri="{BB962C8B-B14F-4D97-AF65-F5344CB8AC3E}">
        <p14:creationId xmlns:p14="http://schemas.microsoft.com/office/powerpoint/2010/main" val="1422225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Conclusion</a:t>
            </a:r>
          </a:p>
        </p:txBody>
      </p:sp>
      <p:sp>
        <p:nvSpPr>
          <p:cNvPr id="6" name="Slide Number Placeholder 5"/>
          <p:cNvSpPr>
            <a:spLocks noGrp="1"/>
          </p:cNvSpPr>
          <p:nvPr>
            <p:ph type="sldNum" sz="quarter" idx="12"/>
          </p:nvPr>
        </p:nvSpPr>
        <p:spPr/>
        <p:txBody>
          <a:bodyPr/>
          <a:lstStyle/>
          <a:p>
            <a:fld id="{7F40025E-8A47-7E48-AA2F-82A25E5E3F97}" type="slidenum">
              <a:rPr lang="fr-FR" altLang="en-US" smtClean="0"/>
              <a:pPr/>
              <a:t>22</a:t>
            </a:fld>
            <a:endParaRPr lang="fr-FR" altLang="en-US"/>
          </a:p>
        </p:txBody>
      </p:sp>
      <p:sp>
        <p:nvSpPr>
          <p:cNvPr id="10" name="TextBox 9">
            <a:extLst>
              <a:ext uri="{FF2B5EF4-FFF2-40B4-BE49-F238E27FC236}">
                <a16:creationId xmlns:a16="http://schemas.microsoft.com/office/drawing/2014/main" id="{CC47EBD0-2090-41F5-8730-AB6C2657940C}"/>
              </a:ext>
            </a:extLst>
          </p:cNvPr>
          <p:cNvSpPr txBox="1"/>
          <p:nvPr/>
        </p:nvSpPr>
        <p:spPr>
          <a:xfrm>
            <a:off x="555170" y="1255713"/>
            <a:ext cx="8033657" cy="3693319"/>
          </a:xfrm>
          <a:prstGeom prst="rect">
            <a:avLst/>
          </a:prstGeom>
          <a:noFill/>
        </p:spPr>
        <p:txBody>
          <a:bodyPr wrap="square">
            <a:spAutoFit/>
          </a:bodyPr>
          <a:lstStyle/>
          <a:p>
            <a:r>
              <a:rPr lang="en-US" sz="1800" b="1" dirty="0"/>
              <a:t>Key Achievements</a:t>
            </a:r>
          </a:p>
          <a:p>
            <a:pPr>
              <a:buFont typeface="Arial" panose="020B0604020202020204" pitchFamily="34" charset="0"/>
              <a:buChar char="•"/>
            </a:pPr>
            <a:r>
              <a:rPr lang="en-US" sz="1800" dirty="0"/>
              <a:t>Developed a </a:t>
            </a:r>
            <a:r>
              <a:rPr lang="en-US" sz="1800" b="1" dirty="0" err="1"/>
              <a:t>spatio</a:t>
            </a:r>
            <a:r>
              <a:rPr lang="en-US" sz="1800" b="1" dirty="0"/>
              <a:t>-temporal snow forecasting system</a:t>
            </a:r>
            <a:r>
              <a:rPr lang="en-US" sz="1800" dirty="0"/>
              <a:t> </a:t>
            </a:r>
          </a:p>
          <a:p>
            <a:pPr>
              <a:buFont typeface="Arial" panose="020B0604020202020204" pitchFamily="34" charset="0"/>
              <a:buChar char="•"/>
            </a:pPr>
            <a:r>
              <a:rPr lang="en-US" sz="1800" dirty="0"/>
              <a:t>Successfully integrated </a:t>
            </a:r>
            <a:r>
              <a:rPr lang="en-US" sz="1800" b="1" dirty="0"/>
              <a:t>multi-source satellite data</a:t>
            </a:r>
            <a:r>
              <a:rPr lang="en-US" sz="1800" dirty="0"/>
              <a:t> </a:t>
            </a:r>
          </a:p>
          <a:p>
            <a:pPr>
              <a:buFont typeface="Arial" panose="020B0604020202020204" pitchFamily="34" charset="0"/>
              <a:buChar char="•"/>
            </a:pPr>
            <a:r>
              <a:rPr lang="en-US" sz="1800" dirty="0"/>
              <a:t>LSTM model outperformed baseline methods </a:t>
            </a:r>
          </a:p>
          <a:p>
            <a:pPr>
              <a:buFont typeface="Arial" panose="020B0604020202020204" pitchFamily="34" charset="0"/>
              <a:buChar char="•"/>
            </a:pPr>
            <a:r>
              <a:rPr lang="en-US" sz="1800" dirty="0"/>
              <a:t>Identified impact of </a:t>
            </a:r>
            <a:r>
              <a:rPr lang="en-US" sz="1800" b="1" dirty="0"/>
              <a:t>sequence length on performance</a:t>
            </a:r>
            <a:r>
              <a:rPr lang="en-US" sz="1800" dirty="0"/>
              <a:t> </a:t>
            </a:r>
          </a:p>
          <a:p>
            <a:r>
              <a:rPr lang="en-US" sz="1800" b="1" dirty="0"/>
              <a:t>Main Findings</a:t>
            </a:r>
          </a:p>
          <a:p>
            <a:pPr>
              <a:buFont typeface="Arial" panose="020B0604020202020204" pitchFamily="34" charset="0"/>
              <a:buChar char="•"/>
            </a:pPr>
            <a:r>
              <a:rPr lang="en-US" sz="1800" dirty="0"/>
              <a:t>Snow dynamics are </a:t>
            </a:r>
            <a:r>
              <a:rPr lang="en-US" sz="1800" b="1" dirty="0"/>
              <a:t>highly complex and nonlinear</a:t>
            </a:r>
            <a:r>
              <a:rPr lang="en-US" sz="1800" dirty="0"/>
              <a:t> </a:t>
            </a:r>
          </a:p>
          <a:p>
            <a:pPr>
              <a:buFont typeface="Arial" panose="020B0604020202020204" pitchFamily="34" charset="0"/>
              <a:buChar char="•"/>
            </a:pPr>
            <a:r>
              <a:rPr lang="en-US" sz="1800" dirty="0"/>
              <a:t>Trade-off between </a:t>
            </a:r>
            <a:r>
              <a:rPr lang="en-US" sz="1800" b="1" dirty="0"/>
              <a:t>numerical accuracy and visual realism</a:t>
            </a:r>
            <a:r>
              <a:rPr lang="en-US" sz="1800" dirty="0"/>
              <a:t> </a:t>
            </a:r>
          </a:p>
          <a:p>
            <a:pPr>
              <a:buFont typeface="Arial" panose="020B0604020202020204" pitchFamily="34" charset="0"/>
              <a:buChar char="•"/>
            </a:pPr>
            <a:r>
              <a:rPr lang="en-US" sz="1800" dirty="0"/>
              <a:t>Data availability significantly affects model performance </a:t>
            </a:r>
          </a:p>
          <a:p>
            <a:r>
              <a:rPr lang="en-US" sz="1800" b="1" dirty="0"/>
              <a:t>Perspectives / Future Work</a:t>
            </a:r>
          </a:p>
          <a:p>
            <a:pPr>
              <a:buFont typeface="Arial" panose="020B0604020202020204" pitchFamily="34" charset="0"/>
              <a:buChar char="•"/>
            </a:pPr>
            <a:r>
              <a:rPr lang="en-US" sz="1800" dirty="0"/>
              <a:t>Combine </a:t>
            </a:r>
            <a:r>
              <a:rPr lang="en-US" sz="1800" b="1" dirty="0"/>
              <a:t>Sentinel-2 and MODIS in a unified model</a:t>
            </a:r>
            <a:r>
              <a:rPr lang="en-US" sz="1800" dirty="0"/>
              <a:t> </a:t>
            </a:r>
          </a:p>
          <a:p>
            <a:pPr>
              <a:buFont typeface="Arial" panose="020B0604020202020204" pitchFamily="34" charset="0"/>
              <a:buChar char="•"/>
            </a:pPr>
            <a:r>
              <a:rPr lang="en-US" sz="1800" dirty="0"/>
              <a:t>Introduce additional evaluation metrics (peak &amp; temporal accuracy) </a:t>
            </a:r>
          </a:p>
          <a:p>
            <a:pPr>
              <a:buFont typeface="Arial" panose="020B0604020202020204" pitchFamily="34" charset="0"/>
              <a:buChar char="•"/>
            </a:pPr>
            <a:r>
              <a:rPr lang="en-US" sz="1800" dirty="0"/>
              <a:t>Explore more advanced models or hybrid approaches</a:t>
            </a:r>
          </a:p>
        </p:txBody>
      </p:sp>
      <p:sp>
        <p:nvSpPr>
          <p:cNvPr id="11" name="Date Placeholder 3">
            <a:extLst>
              <a:ext uri="{FF2B5EF4-FFF2-40B4-BE49-F238E27FC236}">
                <a16:creationId xmlns:a16="http://schemas.microsoft.com/office/drawing/2014/main" id="{8509CD44-6CAE-885C-3D23-B95AE92CECA7}"/>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2" name="Footer Placeholder 4">
            <a:extLst>
              <a:ext uri="{FF2B5EF4-FFF2-40B4-BE49-F238E27FC236}">
                <a16:creationId xmlns:a16="http://schemas.microsoft.com/office/drawing/2014/main" id="{2EA68DA6-EA80-29D9-094A-0A638A45B975}"/>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spTree>
    <p:extLst>
      <p:ext uri="{BB962C8B-B14F-4D97-AF65-F5344CB8AC3E}">
        <p14:creationId xmlns:p14="http://schemas.microsoft.com/office/powerpoint/2010/main" val="1979305893"/>
      </p:ext>
    </p:extLst>
  </p:cSld>
  <p:clrMapOvr>
    <a:masterClrMapping/>
  </p:clrMapOvr>
</p:sld>
</file>

<file path=ppt/theme/theme1.xml><?xml version="1.0" encoding="utf-8"?>
<a:theme xmlns:a="http://schemas.openxmlformats.org/drawingml/2006/main" name="TemplateDiaporamaIRISA-2016">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echnique">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ゴシック"/>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CAB8970-251B-EF4F-A843-A0A9B55A2F08}" vid="{D267E1DF-F52E-864C-B975-AD389E50AD0D}"/>
    </a:ext>
  </a:extLst>
</a:theme>
</file>

<file path=ppt/theme/theme2.xml><?xml version="1.0" encoding="utf-8"?>
<a:theme xmlns:a="http://schemas.openxmlformats.org/drawingml/2006/main" name="3.page de contenu">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que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CAB8970-251B-EF4F-A843-A0A9B55A2F08}" vid="{39F98AB3-B756-0948-8617-7882C5E0CBEA}"/>
    </a:ext>
  </a:extLst>
</a:theme>
</file>

<file path=ppt/theme/theme3.xml><?xml version="1.0" encoding="utf-8"?>
<a:theme xmlns:a="http://schemas.openxmlformats.org/drawingml/2006/main" name="1_3.page de contenu">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que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CAB8970-251B-EF4F-A843-A0A9B55A2F08}" vid="{04512780-95F0-6B48-83B2-3E88901B3141}"/>
    </a:ext>
  </a:extLst>
</a:theme>
</file>

<file path=ppt/theme/theme4.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TemplateDiaporamaIRISA-2016</Template>
  <TotalTime>1039</TotalTime>
  <Words>3270</Words>
  <Application>Microsoft Macintosh PowerPoint</Application>
  <PresentationFormat>On-screen Show (4:3)</PresentationFormat>
  <Paragraphs>507</Paragraphs>
  <Slides>22</Slides>
  <Notes>22</Notes>
  <HiddenSlides>1</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22</vt:i4>
      </vt:variant>
    </vt:vector>
  </HeadingPairs>
  <TitlesOfParts>
    <vt:vector size="34" baseType="lpstr">
      <vt:lpstr>Arial</vt:lpstr>
      <vt:lpstr>Calibri</vt:lpstr>
      <vt:lpstr>Cambria Math</vt:lpstr>
      <vt:lpstr>Courier New</vt:lpstr>
      <vt:lpstr>Myriad Pro Light</vt:lpstr>
      <vt:lpstr>Nadeem</vt:lpstr>
      <vt:lpstr>Symbol</vt:lpstr>
      <vt:lpstr>Times New Roman</vt:lpstr>
      <vt:lpstr>Wingdings</vt:lpstr>
      <vt:lpstr>TemplateDiaporamaIRISA-2016</vt:lpstr>
      <vt:lpstr>3.page de contenu</vt:lpstr>
      <vt:lpstr>1_3.page de contenu</vt:lpstr>
      <vt:lpstr>SnowFLOWS:  Generative Spatio‑Temporal Modelling  of Snow Cover Dynamics  Using Satellite Imagery </vt:lpstr>
      <vt:lpstr>Introduction .Spatio-Temporal Snow Forecasting using Deep Learning and Satellite Data</vt:lpstr>
      <vt:lpstr>Project Objectives and Outcomes</vt:lpstr>
      <vt:lpstr>Project Functional Requirements</vt:lpstr>
      <vt:lpstr>Project Constraints</vt:lpstr>
      <vt:lpstr>Related Works</vt:lpstr>
      <vt:lpstr>Solution Design  Overview</vt:lpstr>
      <vt:lpstr>PowerPoint Presentation</vt:lpstr>
      <vt:lpstr>Project Management</vt:lpstr>
      <vt:lpstr>Solution Implementation Study Area &amp; Data Sources</vt:lpstr>
      <vt:lpstr>Time Series (MODIS/Senti-2)</vt:lpstr>
      <vt:lpstr>Data  Understanding</vt:lpstr>
      <vt:lpstr>PowerPoint Presentation</vt:lpstr>
      <vt:lpstr>PowerPoint Presentation</vt:lpstr>
      <vt:lpstr>LSTM Model Implementation</vt:lpstr>
      <vt:lpstr>PowerPoint Presentation</vt:lpstr>
      <vt:lpstr>Results of Sequence Length Experiments &amp; Trade-Off</vt:lpstr>
      <vt:lpstr>Results of Sequence Length Experiments &amp; Trade-Off</vt:lpstr>
      <vt:lpstr>PowerPoint Presentation</vt:lpstr>
      <vt:lpstr>Testing, Evaluation and Iterative improvements</vt:lpstr>
      <vt:lpstr>Solution Impact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Samer Lahoud</dc:creator>
  <cp:lastModifiedBy>Reina Taher</cp:lastModifiedBy>
  <cp:revision>10</cp:revision>
  <cp:lastPrinted>2016-08-01T06:28:00Z</cp:lastPrinted>
  <dcterms:created xsi:type="dcterms:W3CDTF">2019-05-04T08:15:08Z</dcterms:created>
  <dcterms:modified xsi:type="dcterms:W3CDTF">2026-04-26T22:39:16Z</dcterms:modified>
</cp:coreProperties>
</file>